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5185" r:id="rId4"/>
  </p:sldMasterIdLst>
  <p:notesMasterIdLst>
    <p:notesMasterId r:id="rId6"/>
  </p:notesMasterIdLst>
  <p:handoutMasterIdLst>
    <p:handoutMasterId r:id="rId7"/>
  </p:handoutMasterIdLst>
  <p:sldIdLst>
    <p:sldId id="367" r:id="rId5"/>
  </p:sldIdLst>
  <p:sldSz cx="12192000" cy="6858000"/>
  <p:notesSz cx="6858000" cy="9875838"/>
  <p:custShowLst>
    <p:custShow name="Format Guide Workshop" id="0">
      <p:sldLst/>
    </p:custShow>
  </p:custShowLst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FF47C9A-03A8-4E0A-B2CE-82D15B86BE4C}">
          <p14:sldIdLst>
            <p14:sldId id="3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6566"/>
    <a:srgbClr val="C43529"/>
    <a:srgbClr val="0070C0"/>
    <a:srgbClr val="C6C3C3"/>
    <a:srgbClr val="FFFFFF"/>
    <a:srgbClr val="575757"/>
    <a:srgbClr val="000000"/>
    <a:srgbClr val="641896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1694DE-827C-482F-A0E1-435170DEF0E4}" v="80" dt="2026-08-07T07:18:12.0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69" autoAdjust="0"/>
    <p:restoredTop sz="96168" autoAdjust="0"/>
  </p:normalViewPr>
  <p:slideViewPr>
    <p:cSldViewPr snapToGrid="0">
      <p:cViewPr>
        <p:scale>
          <a:sx n="100" d="100"/>
          <a:sy n="100" d="100"/>
        </p:scale>
        <p:origin x="-99" y="-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765"/>
    </p:cViewPr>
  </p:sorterViewPr>
  <p:notesViewPr>
    <p:cSldViewPr snapToGrid="0">
      <p:cViewPr varScale="1">
        <p:scale>
          <a:sx n="70" d="100"/>
          <a:sy n="70" d="100"/>
        </p:scale>
        <p:origin x="2679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zuaki Yoshikawa" userId="2a70605763630a66" providerId="LiveId" clId="{A284EDFC-03CE-46B6-B12D-149692514020}"/>
    <pc:docChg chg="undo redo custSel addSld delSld modSld sldOrd modMainMaster addSection delSection modSection modNotesMaster modHandout">
      <pc:chgData name="Kazuaki Yoshikawa" userId="2a70605763630a66" providerId="LiveId" clId="{A284EDFC-03CE-46B6-B12D-149692514020}" dt="2026-08-07T10:40:50.680" v="15563" actId="14100"/>
      <pc:docMkLst>
        <pc:docMk/>
      </pc:docMkLst>
      <pc:sldChg chg="addSp delSp modSp del mod modNotes">
        <pc:chgData name="Kazuaki Yoshikawa" userId="2a70605763630a66" providerId="LiveId" clId="{A284EDFC-03CE-46B6-B12D-149692514020}" dt="2026-08-07T06:30:31.041" v="14458" actId="18676"/>
        <pc:sldMkLst>
          <pc:docMk/>
          <pc:sldMk cId="1906196370" sldId="256"/>
        </pc:sldMkLst>
      </pc:sldChg>
      <pc:sldChg chg="del modNotes">
        <pc:chgData name="Kazuaki Yoshikawa" userId="2a70605763630a66" providerId="LiveId" clId="{A284EDFC-03CE-46B6-B12D-149692514020}" dt="2026-08-07T06:30:47.594" v="14500" actId="47"/>
        <pc:sldMkLst>
          <pc:docMk/>
          <pc:sldMk cId="1397681022" sldId="260"/>
        </pc:sldMkLst>
      </pc:sldChg>
      <pc:sldChg chg="modSp del mod ord modNotes">
        <pc:chgData name="Kazuaki Yoshikawa" userId="2a70605763630a66" providerId="LiveId" clId="{A284EDFC-03CE-46B6-B12D-149692514020}" dt="2026-08-07T06:30:45.361" v="14493" actId="47"/>
        <pc:sldMkLst>
          <pc:docMk/>
          <pc:sldMk cId="3445218120" sldId="272"/>
        </pc:sldMkLst>
      </pc:sldChg>
      <pc:sldChg chg="modSp del mod modNotes">
        <pc:chgData name="Kazuaki Yoshikawa" userId="2a70605763630a66" providerId="LiveId" clId="{A284EDFC-03CE-46B6-B12D-149692514020}" dt="2026-08-07T06:30:33.521" v="14459" actId="18676"/>
        <pc:sldMkLst>
          <pc:docMk/>
          <pc:sldMk cId="3630414765" sldId="300"/>
        </pc:sldMkLst>
      </pc:sldChg>
      <pc:sldChg chg="modSp del mod">
        <pc:chgData name="Kazuaki Yoshikawa" userId="2a70605763630a66" providerId="LiveId" clId="{A284EDFC-03CE-46B6-B12D-149692514020}" dt="2026-08-07T06:30:44.822" v="14489" actId="47"/>
        <pc:sldMkLst>
          <pc:docMk/>
          <pc:sldMk cId="1235013435" sldId="302"/>
        </pc:sldMkLst>
      </pc:sldChg>
      <pc:sldChg chg="addSp delSp modSp del mod">
        <pc:chgData name="Kazuaki Yoshikawa" userId="2a70605763630a66" providerId="LiveId" clId="{A284EDFC-03CE-46B6-B12D-149692514020}" dt="2026-08-07T06:30:45.746" v="14495" actId="47"/>
        <pc:sldMkLst>
          <pc:docMk/>
          <pc:sldMk cId="1994567177" sldId="303"/>
        </pc:sldMkLst>
      </pc:sldChg>
      <pc:sldChg chg="del ord modNotes">
        <pc:chgData name="Kazuaki Yoshikawa" userId="2a70605763630a66" providerId="LiveId" clId="{A284EDFC-03CE-46B6-B12D-149692514020}" dt="2026-08-07T06:30:39.008" v="14461" actId="47"/>
        <pc:sldMkLst>
          <pc:docMk/>
          <pc:sldMk cId="56616869" sldId="306"/>
        </pc:sldMkLst>
      </pc:sldChg>
      <pc:sldChg chg="del modNotes">
        <pc:chgData name="Kazuaki Yoshikawa" userId="2a70605763630a66" providerId="LiveId" clId="{A284EDFC-03CE-46B6-B12D-149692514020}" dt="2026-08-07T06:30:39.430" v="14463" actId="47"/>
        <pc:sldMkLst>
          <pc:docMk/>
          <pc:sldMk cId="2257427572" sldId="307"/>
        </pc:sldMkLst>
      </pc:sldChg>
      <pc:sldChg chg="del modNotes">
        <pc:chgData name="Kazuaki Yoshikawa" userId="2a70605763630a66" providerId="LiveId" clId="{A284EDFC-03CE-46B6-B12D-149692514020}" dt="2026-08-07T06:30:39.597" v="14464" actId="47"/>
        <pc:sldMkLst>
          <pc:docMk/>
          <pc:sldMk cId="2784768621" sldId="309"/>
        </pc:sldMkLst>
      </pc:sldChg>
      <pc:sldChg chg="modSp del mod modNotes">
        <pc:chgData name="Kazuaki Yoshikawa" userId="2a70605763630a66" providerId="LiveId" clId="{A284EDFC-03CE-46B6-B12D-149692514020}" dt="2026-08-07T06:30:44.951" v="14490" actId="47"/>
        <pc:sldMkLst>
          <pc:docMk/>
          <pc:sldMk cId="3664582159" sldId="310"/>
        </pc:sldMkLst>
      </pc:sldChg>
      <pc:sldChg chg="del modNotes">
        <pc:chgData name="Kazuaki Yoshikawa" userId="2a70605763630a66" providerId="LiveId" clId="{A284EDFC-03CE-46B6-B12D-149692514020}" dt="2026-08-07T06:30:45.507" v="14494" actId="47"/>
        <pc:sldMkLst>
          <pc:docMk/>
          <pc:sldMk cId="1081167052" sldId="312"/>
        </pc:sldMkLst>
      </pc:sldChg>
      <pc:sldChg chg="del modNotes">
        <pc:chgData name="Kazuaki Yoshikawa" userId="2a70605763630a66" providerId="LiveId" clId="{A284EDFC-03CE-46B6-B12D-149692514020}" dt="2026-08-07T06:30:45.010" v="14491" actId="47"/>
        <pc:sldMkLst>
          <pc:docMk/>
          <pc:sldMk cId="3081758594" sldId="315"/>
        </pc:sldMkLst>
      </pc:sldChg>
      <pc:sldChg chg="del modNotes">
        <pc:chgData name="Kazuaki Yoshikawa" userId="2a70605763630a66" providerId="LiveId" clId="{A284EDFC-03CE-46B6-B12D-149692514020}" dt="2026-08-07T06:30:42.280" v="14472" actId="47"/>
        <pc:sldMkLst>
          <pc:docMk/>
          <pc:sldMk cId="730921403" sldId="319"/>
        </pc:sldMkLst>
      </pc:sldChg>
      <pc:sldChg chg="modSp del mod modNotes">
        <pc:chgData name="Kazuaki Yoshikawa" userId="2a70605763630a66" providerId="LiveId" clId="{A284EDFC-03CE-46B6-B12D-149692514020}" dt="2026-08-07T06:30:47.057" v="14499" actId="47"/>
        <pc:sldMkLst>
          <pc:docMk/>
          <pc:sldMk cId="1415752006" sldId="322"/>
        </pc:sldMkLst>
      </pc:sldChg>
      <pc:sldChg chg="modSp del mod modNotes">
        <pc:chgData name="Kazuaki Yoshikawa" userId="2a70605763630a66" providerId="LiveId" clId="{A284EDFC-03CE-46B6-B12D-149692514020}" dt="2026-08-07T06:30:35.903" v="14460" actId="47"/>
        <pc:sldMkLst>
          <pc:docMk/>
          <pc:sldMk cId="1604052313" sldId="325"/>
        </pc:sldMkLst>
      </pc:sldChg>
      <pc:sldChg chg="del modNotes">
        <pc:chgData name="Kazuaki Yoshikawa" userId="2a70605763630a66" providerId="LiveId" clId="{A284EDFC-03CE-46B6-B12D-149692514020}" dt="2026-08-07T06:30:39.208" v="14462" actId="47"/>
        <pc:sldMkLst>
          <pc:docMk/>
          <pc:sldMk cId="1942852301" sldId="332"/>
        </pc:sldMkLst>
      </pc:sldChg>
      <pc:sldChg chg="addSp delSp modSp del mod modNotes">
        <pc:chgData name="Kazuaki Yoshikawa" userId="2a70605763630a66" providerId="LiveId" clId="{A284EDFC-03CE-46B6-B12D-149692514020}" dt="2026-08-07T06:30:41.718" v="14468" actId="47"/>
        <pc:sldMkLst>
          <pc:docMk/>
          <pc:sldMk cId="2280735363" sldId="333"/>
        </pc:sldMkLst>
      </pc:sldChg>
      <pc:sldChg chg="del modNotes">
        <pc:chgData name="Kazuaki Yoshikawa" userId="2a70605763630a66" providerId="LiveId" clId="{A284EDFC-03CE-46B6-B12D-149692514020}" dt="2026-08-07T06:30:46.327" v="14497" actId="47"/>
        <pc:sldMkLst>
          <pc:docMk/>
          <pc:sldMk cId="2570183692" sldId="334"/>
        </pc:sldMkLst>
      </pc:sldChg>
      <pc:sldChg chg="modSp del mod ord">
        <pc:chgData name="Kazuaki Yoshikawa" userId="2a70605763630a66" providerId="LiveId" clId="{A284EDFC-03CE-46B6-B12D-149692514020}" dt="2026-08-07T06:30:41.771" v="14469" actId="47"/>
        <pc:sldMkLst>
          <pc:docMk/>
          <pc:sldMk cId="2867195126" sldId="335"/>
        </pc:sldMkLst>
      </pc:sldChg>
      <pc:sldChg chg="modSp del mod modNotes">
        <pc:chgData name="Kazuaki Yoshikawa" userId="2a70605763630a66" providerId="LiveId" clId="{A284EDFC-03CE-46B6-B12D-149692514020}" dt="2026-08-07T06:30:40.940" v="14465" actId="47"/>
        <pc:sldMkLst>
          <pc:docMk/>
          <pc:sldMk cId="3498329536" sldId="341"/>
        </pc:sldMkLst>
      </pc:sldChg>
      <pc:sldChg chg="addSp delSp modSp del mod modNotes">
        <pc:chgData name="Kazuaki Yoshikawa" userId="2a70605763630a66" providerId="LiveId" clId="{A284EDFC-03CE-46B6-B12D-149692514020}" dt="2026-08-07T06:30:33.521" v="14459" actId="18676"/>
        <pc:sldMkLst>
          <pc:docMk/>
          <pc:sldMk cId="1855662060" sldId="342"/>
        </pc:sldMkLst>
      </pc:sldChg>
      <pc:sldChg chg="addSp delSp modSp del mod modNotes">
        <pc:chgData name="Kazuaki Yoshikawa" userId="2a70605763630a66" providerId="LiveId" clId="{A284EDFC-03CE-46B6-B12D-149692514020}" dt="2026-08-07T06:30:33.521" v="14459" actId="18676"/>
        <pc:sldMkLst>
          <pc:docMk/>
          <pc:sldMk cId="690662842" sldId="343"/>
        </pc:sldMkLst>
      </pc:sldChg>
      <pc:sldChg chg="modSp del mod modNotes">
        <pc:chgData name="Kazuaki Yoshikawa" userId="2a70605763630a66" providerId="LiveId" clId="{A284EDFC-03CE-46B6-B12D-149692514020}" dt="2026-08-07T06:30:33.521" v="14459" actId="18676"/>
        <pc:sldMkLst>
          <pc:docMk/>
          <pc:sldMk cId="3431576304" sldId="345"/>
        </pc:sldMkLst>
      </pc:sldChg>
      <pc:sldChg chg="del modNotes">
        <pc:chgData name="Kazuaki Yoshikawa" userId="2a70605763630a66" providerId="LiveId" clId="{A284EDFC-03CE-46B6-B12D-149692514020}" dt="2026-08-07T06:30:33.521" v="14459" actId="18676"/>
        <pc:sldMkLst>
          <pc:docMk/>
          <pc:sldMk cId="1208143198" sldId="347"/>
        </pc:sldMkLst>
      </pc:sldChg>
      <pc:sldChg chg="modSp del mod ord modNotes">
        <pc:chgData name="Kazuaki Yoshikawa" userId="2a70605763630a66" providerId="LiveId" clId="{A284EDFC-03CE-46B6-B12D-149692514020}" dt="2026-08-07T06:30:33.521" v="14459" actId="18676"/>
        <pc:sldMkLst>
          <pc:docMk/>
          <pc:sldMk cId="4107574394" sldId="349"/>
        </pc:sldMkLst>
      </pc:sldChg>
      <pc:sldChg chg="modSp del mod">
        <pc:chgData name="Kazuaki Yoshikawa" userId="2a70605763630a66" providerId="LiveId" clId="{A284EDFC-03CE-46B6-B12D-149692514020}" dt="2026-08-07T06:30:45.199" v="14492" actId="47"/>
        <pc:sldMkLst>
          <pc:docMk/>
          <pc:sldMk cId="3372914736" sldId="351"/>
        </pc:sldMkLst>
      </pc:sldChg>
      <pc:sldChg chg="addSp delSp modSp del mod">
        <pc:chgData name="Kazuaki Yoshikawa" userId="2a70605763630a66" providerId="LiveId" clId="{A284EDFC-03CE-46B6-B12D-149692514020}" dt="2026-08-07T06:30:46.788" v="14498" actId="47"/>
        <pc:sldMkLst>
          <pc:docMk/>
          <pc:sldMk cId="1414328389" sldId="352"/>
        </pc:sldMkLst>
      </pc:sldChg>
      <pc:sldChg chg="del modNotes">
        <pc:chgData name="Kazuaki Yoshikawa" userId="2a70605763630a66" providerId="LiveId" clId="{A284EDFC-03CE-46B6-B12D-149692514020}" dt="2026-08-07T06:30:42.070" v="14470" actId="47"/>
        <pc:sldMkLst>
          <pc:docMk/>
          <pc:sldMk cId="2123536234" sldId="353"/>
        </pc:sldMkLst>
      </pc:sldChg>
      <pc:sldChg chg="addSp delSp modSp del mod modNotes">
        <pc:chgData name="Kazuaki Yoshikawa" userId="2a70605763630a66" providerId="LiveId" clId="{A284EDFC-03CE-46B6-B12D-149692514020}" dt="2026-08-07T06:30:33.521" v="14459" actId="18676"/>
        <pc:sldMkLst>
          <pc:docMk/>
          <pc:sldMk cId="571946321" sldId="356"/>
        </pc:sldMkLst>
      </pc:sldChg>
      <pc:sldChg chg="del modNotes">
        <pc:chgData name="Kazuaki Yoshikawa" userId="2a70605763630a66" providerId="LiveId" clId="{A284EDFC-03CE-46B6-B12D-149692514020}" dt="2026-08-07T06:30:44.408" v="14484" actId="47"/>
        <pc:sldMkLst>
          <pc:docMk/>
          <pc:sldMk cId="2507846920" sldId="362"/>
        </pc:sldMkLst>
      </pc:sldChg>
      <pc:sldChg chg="del">
        <pc:chgData name="Kazuaki Yoshikawa" userId="2a70605763630a66" providerId="LiveId" clId="{A284EDFC-03CE-46B6-B12D-149692514020}" dt="2026-08-07T06:30:45.918" v="14496" actId="47"/>
        <pc:sldMkLst>
          <pc:docMk/>
          <pc:sldMk cId="2051669323" sldId="363"/>
        </pc:sldMkLst>
      </pc:sldChg>
      <pc:sldChg chg="addSp delSp modSp mod modNotes">
        <pc:chgData name="Kazuaki Yoshikawa" userId="2a70605763630a66" providerId="LiveId" clId="{A284EDFC-03CE-46B6-B12D-149692514020}" dt="2026-08-07T10:40:50.680" v="15563" actId="14100"/>
        <pc:sldMkLst>
          <pc:docMk/>
          <pc:sldMk cId="151999308" sldId="367"/>
        </pc:sldMkLst>
        <pc:spChg chg="mod ord">
          <ac:chgData name="Kazuaki Yoshikawa" userId="2a70605763630a66" providerId="LiveId" clId="{A284EDFC-03CE-46B6-B12D-149692514020}" dt="2026-08-07T06:33:54.935" v="14655"/>
          <ac:spMkLst>
            <pc:docMk/>
            <pc:sldMk cId="151999308" sldId="367"/>
            <ac:spMk id="2" creationId="{E9BC05E5-6053-45A2-2CA4-99CF4AFE0FA3}"/>
          </ac:spMkLst>
        </pc:spChg>
        <pc:spChg chg="mod">
          <ac:chgData name="Kazuaki Yoshikawa" userId="2a70605763630a66" providerId="LiveId" clId="{A284EDFC-03CE-46B6-B12D-149692514020}" dt="2026-08-07T06:33:22.504" v="14636" actId="164"/>
          <ac:spMkLst>
            <pc:docMk/>
            <pc:sldMk cId="151999308" sldId="367"/>
            <ac:spMk id="3" creationId="{785ECA99-7D4E-87D2-84B9-A57E81E71CFC}"/>
          </ac:spMkLst>
        </pc:spChg>
        <pc:spChg chg="add mod">
          <ac:chgData name="Kazuaki Yoshikawa" userId="2a70605763630a66" providerId="LiveId" clId="{A284EDFC-03CE-46B6-B12D-149692514020}" dt="2026-08-07T10:40:50.680" v="15563" actId="14100"/>
          <ac:spMkLst>
            <pc:docMk/>
            <pc:sldMk cId="151999308" sldId="367"/>
            <ac:spMk id="3" creationId="{FF81C447-03ED-BC63-7748-AB3C908A806A}"/>
          </ac:spMkLst>
        </pc:spChg>
        <pc:spChg chg="mod ord topLvl">
          <ac:chgData name="Kazuaki Yoshikawa" userId="2a70605763630a66" providerId="LiveId" clId="{A284EDFC-03CE-46B6-B12D-149692514020}" dt="2026-08-07T07:17:22.116" v="15293" actId="12788"/>
          <ac:spMkLst>
            <pc:docMk/>
            <pc:sldMk cId="151999308" sldId="367"/>
            <ac:spMk id="6" creationId="{B568211F-F249-C67E-7774-9C2B7B21EEA4}"/>
          </ac:spMkLst>
        </pc:spChg>
        <pc:spChg chg="mod topLvl">
          <ac:chgData name="Kazuaki Yoshikawa" userId="2a70605763630a66" providerId="LiveId" clId="{A284EDFC-03CE-46B6-B12D-149692514020}" dt="2026-08-07T07:17:26.843" v="15295" actId="12788"/>
          <ac:spMkLst>
            <pc:docMk/>
            <pc:sldMk cId="151999308" sldId="367"/>
            <ac:spMk id="9" creationId="{3998AC40-A27A-2FE2-3978-BE58DD618305}"/>
          </ac:spMkLst>
        </pc:spChg>
        <pc:spChg chg="del mod ord">
          <ac:chgData name="Kazuaki Yoshikawa" userId="2a70605763630a66" providerId="LiveId" clId="{A284EDFC-03CE-46B6-B12D-149692514020}" dt="2026-08-07T06:36:49.773" v="14767" actId="478"/>
          <ac:spMkLst>
            <pc:docMk/>
            <pc:sldMk cId="151999308" sldId="367"/>
            <ac:spMk id="10" creationId="{EC5F9D48-03AC-01C5-46C7-4AEA9E57F08F}"/>
          </ac:spMkLst>
        </pc:spChg>
        <pc:spChg chg="mod">
          <ac:chgData name="Kazuaki Yoshikawa" userId="2a70605763630a66" providerId="LiveId" clId="{A284EDFC-03CE-46B6-B12D-149692514020}" dt="2026-08-07T06:33:29.811" v="14641"/>
          <ac:spMkLst>
            <pc:docMk/>
            <pc:sldMk cId="151999308" sldId="367"/>
            <ac:spMk id="14" creationId="{AE14BF83-F9BD-732D-4060-04CDFF797783}"/>
          </ac:spMkLst>
        </pc:spChg>
        <pc:spChg chg="mod">
          <ac:chgData name="Kazuaki Yoshikawa" userId="2a70605763630a66" providerId="LiveId" clId="{A284EDFC-03CE-46B6-B12D-149692514020}" dt="2026-08-07T06:33:29.811" v="14641"/>
          <ac:spMkLst>
            <pc:docMk/>
            <pc:sldMk cId="151999308" sldId="367"/>
            <ac:spMk id="18" creationId="{62DA4173-BAE4-B888-C3FD-39CAA85DCF3F}"/>
          </ac:spMkLst>
        </pc:spChg>
        <pc:spChg chg="mod">
          <ac:chgData name="Kazuaki Yoshikawa" userId="2a70605763630a66" providerId="LiveId" clId="{A284EDFC-03CE-46B6-B12D-149692514020}" dt="2026-08-07T06:33:29.811" v="14641"/>
          <ac:spMkLst>
            <pc:docMk/>
            <pc:sldMk cId="151999308" sldId="367"/>
            <ac:spMk id="23" creationId="{9608FA29-8942-E01E-3E02-84BD841E7681}"/>
          </ac:spMkLst>
        </pc:spChg>
        <pc:spChg chg="mod">
          <ac:chgData name="Kazuaki Yoshikawa" userId="2a70605763630a66" providerId="LiveId" clId="{A284EDFC-03CE-46B6-B12D-149692514020}" dt="2026-08-07T06:33:29.811" v="14641"/>
          <ac:spMkLst>
            <pc:docMk/>
            <pc:sldMk cId="151999308" sldId="367"/>
            <ac:spMk id="24" creationId="{A8471761-04C4-A9EA-C111-26FAEBC35EC9}"/>
          </ac:spMkLst>
        </pc:spChg>
        <pc:spChg chg="mod">
          <ac:chgData name="Kazuaki Yoshikawa" userId="2a70605763630a66" providerId="LiveId" clId="{A284EDFC-03CE-46B6-B12D-149692514020}" dt="2026-08-07T06:33:29.811" v="14641"/>
          <ac:spMkLst>
            <pc:docMk/>
            <pc:sldMk cId="151999308" sldId="367"/>
            <ac:spMk id="25" creationId="{E01B973B-CAB2-267D-A74A-AD198400FCF0}"/>
          </ac:spMkLst>
        </pc:spChg>
        <pc:spChg chg="mod ord">
          <ac:chgData name="Kazuaki Yoshikawa" userId="2a70605763630a66" providerId="LiveId" clId="{A284EDFC-03CE-46B6-B12D-149692514020}" dt="2026-08-07T06:33:54.936" v="14657"/>
          <ac:spMkLst>
            <pc:docMk/>
            <pc:sldMk cId="151999308" sldId="367"/>
            <ac:spMk id="26" creationId="{53FF09AD-F21B-64B8-8459-8F5BE4AC09D3}"/>
          </ac:spMkLst>
        </pc:spChg>
        <pc:spChg chg="mod">
          <ac:chgData name="Kazuaki Yoshikawa" userId="2a70605763630a66" providerId="LiveId" clId="{A284EDFC-03CE-46B6-B12D-149692514020}" dt="2026-08-07T06:33:22.504" v="14636" actId="164"/>
          <ac:spMkLst>
            <pc:docMk/>
            <pc:sldMk cId="151999308" sldId="367"/>
            <ac:spMk id="29" creationId="{1CA0C184-899C-F777-2E08-F33AC2B9DBF6}"/>
          </ac:spMkLst>
        </pc:spChg>
        <pc:spChg chg="mod">
          <ac:chgData name="Kazuaki Yoshikawa" userId="2a70605763630a66" providerId="LiveId" clId="{A284EDFC-03CE-46B6-B12D-149692514020}" dt="2026-08-07T06:33:22.504" v="14636" actId="164"/>
          <ac:spMkLst>
            <pc:docMk/>
            <pc:sldMk cId="151999308" sldId="367"/>
            <ac:spMk id="30" creationId="{B901D48B-46EA-59D9-B8A0-9AF58038D4B5}"/>
          </ac:spMkLst>
        </pc:spChg>
        <pc:spChg chg="del mod topLvl">
          <ac:chgData name="Kazuaki Yoshikawa" userId="2a70605763630a66" providerId="LiveId" clId="{A284EDFC-03CE-46B6-B12D-149692514020}" dt="2026-08-07T06:36:49.773" v="14767" actId="478"/>
          <ac:spMkLst>
            <pc:docMk/>
            <pc:sldMk cId="151999308" sldId="367"/>
            <ac:spMk id="35" creationId="{64CBD729-AED4-54C6-B6A0-4CFFB81AED4C}"/>
          </ac:spMkLst>
        </pc:spChg>
        <pc:spChg chg="mod topLvl">
          <ac:chgData name="Kazuaki Yoshikawa" userId="2a70605763630a66" providerId="LiveId" clId="{A284EDFC-03CE-46B6-B12D-149692514020}" dt="2026-08-07T07:18:05.133" v="15312" actId="165"/>
          <ac:spMkLst>
            <pc:docMk/>
            <pc:sldMk cId="151999308" sldId="367"/>
            <ac:spMk id="38" creationId="{09814E7C-D9FF-6143-179A-7F63E0543950}"/>
          </ac:spMkLst>
        </pc:spChg>
        <pc:spChg chg="mod topLvl">
          <ac:chgData name="Kazuaki Yoshikawa" userId="2a70605763630a66" providerId="LiveId" clId="{A284EDFC-03CE-46B6-B12D-149692514020}" dt="2026-08-07T07:18:05.133" v="15312" actId="165"/>
          <ac:spMkLst>
            <pc:docMk/>
            <pc:sldMk cId="151999308" sldId="367"/>
            <ac:spMk id="39" creationId="{E21F5BA5-815B-291C-50D5-8682F61B7BBA}"/>
          </ac:spMkLst>
        </pc:spChg>
        <pc:spChg chg="mod topLvl">
          <ac:chgData name="Kazuaki Yoshikawa" userId="2a70605763630a66" providerId="LiveId" clId="{A284EDFC-03CE-46B6-B12D-149692514020}" dt="2026-08-07T07:18:05.133" v="15312" actId="165"/>
          <ac:spMkLst>
            <pc:docMk/>
            <pc:sldMk cId="151999308" sldId="367"/>
            <ac:spMk id="40" creationId="{49176CB9-EBDA-8EA8-4310-00E85B9EBDE4}"/>
          </ac:spMkLst>
        </pc:spChg>
        <pc:spChg chg="mod topLvl">
          <ac:chgData name="Kazuaki Yoshikawa" userId="2a70605763630a66" providerId="LiveId" clId="{A284EDFC-03CE-46B6-B12D-149692514020}" dt="2026-08-07T07:18:05.133" v="15312" actId="165"/>
          <ac:spMkLst>
            <pc:docMk/>
            <pc:sldMk cId="151999308" sldId="367"/>
            <ac:spMk id="41" creationId="{3B34FC5A-0A1D-5530-EC57-9C486026C788}"/>
          </ac:spMkLst>
        </pc:spChg>
        <pc:spChg chg="mod topLvl">
          <ac:chgData name="Kazuaki Yoshikawa" userId="2a70605763630a66" providerId="LiveId" clId="{A284EDFC-03CE-46B6-B12D-149692514020}" dt="2026-08-07T07:17:59.208" v="15309" actId="12788"/>
          <ac:spMkLst>
            <pc:docMk/>
            <pc:sldMk cId="151999308" sldId="367"/>
            <ac:spMk id="43" creationId="{891A9D2E-98F3-7145-503D-CEEA1407A6E2}"/>
          </ac:spMkLst>
        </pc:spChg>
        <pc:spChg chg="mod topLvl">
          <ac:chgData name="Kazuaki Yoshikawa" userId="2a70605763630a66" providerId="LiveId" clId="{A284EDFC-03CE-46B6-B12D-149692514020}" dt="2026-08-07T07:18:12.005" v="15313" actId="164"/>
          <ac:spMkLst>
            <pc:docMk/>
            <pc:sldMk cId="151999308" sldId="367"/>
            <ac:spMk id="44" creationId="{331E20CC-BC0F-FC99-D161-4585B614330C}"/>
          </ac:spMkLst>
        </pc:spChg>
        <pc:spChg chg="mod topLvl">
          <ac:chgData name="Kazuaki Yoshikawa" userId="2a70605763630a66" providerId="LiveId" clId="{A284EDFC-03CE-46B6-B12D-149692514020}" dt="2026-08-07T07:18:05.133" v="15312" actId="165"/>
          <ac:spMkLst>
            <pc:docMk/>
            <pc:sldMk cId="151999308" sldId="367"/>
            <ac:spMk id="45" creationId="{4A27EC41-27AC-CA04-C6C0-44A926DEE663}"/>
          </ac:spMkLst>
        </pc:spChg>
        <pc:spChg chg="mod topLvl">
          <ac:chgData name="Kazuaki Yoshikawa" userId="2a70605763630a66" providerId="LiveId" clId="{A284EDFC-03CE-46B6-B12D-149692514020}" dt="2026-08-07T07:18:05.133" v="15312" actId="165"/>
          <ac:spMkLst>
            <pc:docMk/>
            <pc:sldMk cId="151999308" sldId="367"/>
            <ac:spMk id="46" creationId="{99455373-4989-0BCA-B193-7CEAE9A88ED2}"/>
          </ac:spMkLst>
        </pc:spChg>
        <pc:spChg chg="mod topLvl">
          <ac:chgData name="Kazuaki Yoshikawa" userId="2a70605763630a66" providerId="LiveId" clId="{A284EDFC-03CE-46B6-B12D-149692514020}" dt="2026-08-07T07:18:05.133" v="15312" actId="165"/>
          <ac:spMkLst>
            <pc:docMk/>
            <pc:sldMk cId="151999308" sldId="367"/>
            <ac:spMk id="47" creationId="{1EDDE7B6-9DC5-01B0-269F-4BCA6642ACB4}"/>
          </ac:spMkLst>
        </pc:spChg>
        <pc:spChg chg="mod topLvl">
          <ac:chgData name="Kazuaki Yoshikawa" userId="2a70605763630a66" providerId="LiveId" clId="{A284EDFC-03CE-46B6-B12D-149692514020}" dt="2026-08-07T07:18:05.133" v="15312" actId="165"/>
          <ac:spMkLst>
            <pc:docMk/>
            <pc:sldMk cId="151999308" sldId="367"/>
            <ac:spMk id="48" creationId="{66E8C5F7-E599-79EA-279D-CFC0A0AAB1AA}"/>
          </ac:spMkLst>
        </pc:spChg>
        <pc:spChg chg="mod topLvl">
          <ac:chgData name="Kazuaki Yoshikawa" userId="2a70605763630a66" providerId="LiveId" clId="{A284EDFC-03CE-46B6-B12D-149692514020}" dt="2026-08-07T07:18:12.005" v="15313" actId="164"/>
          <ac:spMkLst>
            <pc:docMk/>
            <pc:sldMk cId="151999308" sldId="367"/>
            <ac:spMk id="49" creationId="{01C44A96-2EF5-707A-71C1-B53FC85C2DC8}"/>
          </ac:spMkLst>
        </pc:spChg>
        <pc:spChg chg="del mod topLvl">
          <ac:chgData name="Kazuaki Yoshikawa" userId="2a70605763630a66" providerId="LiveId" clId="{A284EDFC-03CE-46B6-B12D-149692514020}" dt="2026-08-07T06:36:44.408" v="14766" actId="478"/>
          <ac:spMkLst>
            <pc:docMk/>
            <pc:sldMk cId="151999308" sldId="367"/>
            <ac:spMk id="51" creationId="{EBE69D36-5BE0-317B-291B-3EEBC13438F0}"/>
          </ac:spMkLst>
        </pc:spChg>
        <pc:spChg chg="del mod ord">
          <ac:chgData name="Kazuaki Yoshikawa" userId="2a70605763630a66" providerId="LiveId" clId="{A284EDFC-03CE-46B6-B12D-149692514020}" dt="2026-08-07T06:36:56.041" v="14770" actId="478"/>
          <ac:spMkLst>
            <pc:docMk/>
            <pc:sldMk cId="151999308" sldId="367"/>
            <ac:spMk id="52" creationId="{1AEEA883-C2AB-2566-3EE4-81E0E06B5089}"/>
          </ac:spMkLst>
        </pc:spChg>
        <pc:spChg chg="add del mod">
          <ac:chgData name="Kazuaki Yoshikawa" userId="2a70605763630a66" providerId="LiveId" clId="{A284EDFC-03CE-46B6-B12D-149692514020}" dt="2026-08-07T06:39:14.825" v="14890"/>
          <ac:spMkLst>
            <pc:docMk/>
            <pc:sldMk cId="151999308" sldId="367"/>
            <ac:spMk id="65" creationId="{EF96EDC2-6416-6C3F-BECE-E0230554DEF6}"/>
          </ac:spMkLst>
        </pc:spChg>
        <pc:grpChg chg="mod">
          <ac:chgData name="Kazuaki Yoshikawa" userId="2a70605763630a66" providerId="LiveId" clId="{A284EDFC-03CE-46B6-B12D-149692514020}" dt="2026-08-07T07:12:26.432" v="15074" actId="14100"/>
          <ac:grpSpMkLst>
            <pc:docMk/>
            <pc:sldMk cId="151999308" sldId="367"/>
            <ac:grpSpMk id="3" creationId="{C54B84E4-DC79-F929-6C79-E3A1B07362F4}"/>
          </ac:grpSpMkLst>
        </pc:grpChg>
        <pc:grpChg chg="add del mod">
          <ac:chgData name="Kazuaki Yoshikawa" userId="2a70605763630a66" providerId="LiveId" clId="{A284EDFC-03CE-46B6-B12D-149692514020}" dt="2026-08-07T07:14:26.373" v="15079" actId="165"/>
          <ac:grpSpMkLst>
            <pc:docMk/>
            <pc:sldMk cId="151999308" sldId="367"/>
            <ac:grpSpMk id="4" creationId="{5A68141E-555F-4245-DDF0-18843E208F47}"/>
          </ac:grpSpMkLst>
        </pc:grpChg>
        <pc:grpChg chg="add del mod">
          <ac:chgData name="Kazuaki Yoshikawa" userId="2a70605763630a66" providerId="LiveId" clId="{A284EDFC-03CE-46B6-B12D-149692514020}" dt="2026-08-07T07:15:43.451" v="15230" actId="165"/>
          <ac:grpSpMkLst>
            <pc:docMk/>
            <pc:sldMk cId="151999308" sldId="367"/>
            <ac:grpSpMk id="7" creationId="{3DAAFB7C-784D-CD26-2912-31217E95B51E}"/>
          </ac:grpSpMkLst>
        </pc:grpChg>
        <pc:grpChg chg="add del mod ord">
          <ac:chgData name="Kazuaki Yoshikawa" userId="2a70605763630a66" providerId="LiveId" clId="{A284EDFC-03CE-46B6-B12D-149692514020}" dt="2026-08-07T06:36:41.514" v="14765" actId="165"/>
          <ac:grpSpMkLst>
            <pc:docMk/>
            <pc:sldMk cId="151999308" sldId="367"/>
            <ac:grpSpMk id="7" creationId="{F0B2EE06-D683-E9FB-7C6B-495FE8A296C4}"/>
          </ac:grpSpMkLst>
        </pc:grpChg>
        <pc:grpChg chg="add del mod">
          <ac:chgData name="Kazuaki Yoshikawa" userId="2a70605763630a66" providerId="LiveId" clId="{A284EDFC-03CE-46B6-B12D-149692514020}" dt="2026-08-07T07:15:48.374" v="15247" actId="165"/>
          <ac:grpSpMkLst>
            <pc:docMk/>
            <pc:sldMk cId="151999308" sldId="367"/>
            <ac:grpSpMk id="8" creationId="{1A274420-6992-741B-D5E7-E2207CBE0B9F}"/>
          </ac:grpSpMkLst>
        </pc:grpChg>
        <pc:grpChg chg="add del mod ord">
          <ac:chgData name="Kazuaki Yoshikawa" userId="2a70605763630a66" providerId="LiveId" clId="{A284EDFC-03CE-46B6-B12D-149692514020}" dt="2026-08-07T06:34:03.016" v="14679" actId="478"/>
          <ac:grpSpMkLst>
            <pc:docMk/>
            <pc:sldMk cId="151999308" sldId="367"/>
            <ac:grpSpMk id="8" creationId="{BD59B2FC-EF17-3A78-D261-A471D0C11D38}"/>
          </ac:grpSpMkLst>
        </pc:grpChg>
        <pc:grpChg chg="add mod">
          <ac:chgData name="Kazuaki Yoshikawa" userId="2a70605763630a66" providerId="LiveId" clId="{A284EDFC-03CE-46B6-B12D-149692514020}" dt="2026-08-07T07:18:04.645" v="15311" actId="12789"/>
          <ac:grpSpMkLst>
            <pc:docMk/>
            <pc:sldMk cId="151999308" sldId="367"/>
            <ac:grpSpMk id="10" creationId="{11B5A8BD-1CC8-4376-C67D-37426E7B1A53}"/>
          </ac:grpSpMkLst>
        </pc:grpChg>
        <pc:grpChg chg="add del mod">
          <ac:chgData name="Kazuaki Yoshikawa" userId="2a70605763630a66" providerId="LiveId" clId="{A284EDFC-03CE-46B6-B12D-149692514020}" dt="2026-08-07T07:15:32.359" v="15177" actId="165"/>
          <ac:grpSpMkLst>
            <pc:docMk/>
            <pc:sldMk cId="151999308" sldId="367"/>
            <ac:grpSpMk id="11" creationId="{FB016F7F-B5F3-EE50-8E29-0DB8D9F95964}"/>
          </ac:grpSpMkLst>
        </pc:grpChg>
        <pc:grpChg chg="add del mod">
          <ac:chgData name="Kazuaki Yoshikawa" userId="2a70605763630a66" providerId="LiveId" clId="{A284EDFC-03CE-46B6-B12D-149692514020}" dt="2026-08-07T07:16:06.929" v="15258" actId="165"/>
          <ac:grpSpMkLst>
            <pc:docMk/>
            <pc:sldMk cId="151999308" sldId="367"/>
            <ac:grpSpMk id="12" creationId="{71010DCE-F764-8F39-75F4-95F24AEFA66C}"/>
          </ac:grpSpMkLst>
        </pc:grpChg>
        <pc:grpChg chg="add mod">
          <ac:chgData name="Kazuaki Yoshikawa" userId="2a70605763630a66" providerId="LiveId" clId="{A284EDFC-03CE-46B6-B12D-149692514020}" dt="2026-08-07T07:16:43.273" v="15281" actId="164"/>
          <ac:grpSpMkLst>
            <pc:docMk/>
            <pc:sldMk cId="151999308" sldId="367"/>
            <ac:grpSpMk id="13" creationId="{3A505328-13AF-03B6-05FE-906C5F64EE39}"/>
          </ac:grpSpMkLst>
        </pc:grpChg>
        <pc:grpChg chg="add del mod">
          <ac:chgData name="Kazuaki Yoshikawa" userId="2a70605763630a66" providerId="LiveId" clId="{A284EDFC-03CE-46B6-B12D-149692514020}" dt="2026-08-07T07:16:08.157" v="15259" actId="165"/>
          <ac:grpSpMkLst>
            <pc:docMk/>
            <pc:sldMk cId="151999308" sldId="367"/>
            <ac:grpSpMk id="14" creationId="{8888A0EA-E3FC-E764-AD09-9F7FDA856BCD}"/>
          </ac:grpSpMkLst>
        </pc:grpChg>
        <pc:grpChg chg="add mod">
          <ac:chgData name="Kazuaki Yoshikawa" userId="2a70605763630a66" providerId="LiveId" clId="{A284EDFC-03CE-46B6-B12D-149692514020}" dt="2026-08-07T07:18:12.005" v="15313" actId="164"/>
          <ac:grpSpMkLst>
            <pc:docMk/>
            <pc:sldMk cId="151999308" sldId="367"/>
            <ac:grpSpMk id="15" creationId="{82E94229-4714-4F17-54AB-456F173B2ABA}"/>
          </ac:grpSpMkLst>
        </pc:grpChg>
        <pc:grpChg chg="del mod ord">
          <ac:chgData name="Kazuaki Yoshikawa" userId="2a70605763630a66" providerId="LiveId" clId="{A284EDFC-03CE-46B6-B12D-149692514020}" dt="2026-08-07T06:35:44.062" v="14735" actId="165"/>
          <ac:grpSpMkLst>
            <pc:docMk/>
            <pc:sldMk cId="151999308" sldId="367"/>
            <ac:grpSpMk id="16" creationId="{BE3A5E58-71D0-F38B-3761-07CF16ADFB76}"/>
          </ac:grpSpMkLst>
        </pc:grpChg>
        <pc:grpChg chg="add mod">
          <ac:chgData name="Kazuaki Yoshikawa" userId="2a70605763630a66" providerId="LiveId" clId="{A284EDFC-03CE-46B6-B12D-149692514020}" dt="2026-08-07T07:18:12.005" v="15313" actId="164"/>
          <ac:grpSpMkLst>
            <pc:docMk/>
            <pc:sldMk cId="151999308" sldId="367"/>
            <ac:grpSpMk id="16" creationId="{C28B40FD-ECCF-B72E-432D-478B7E16AC83}"/>
          </ac:grpSpMkLst>
        </pc:grpChg>
        <pc:grpChg chg="add mod">
          <ac:chgData name="Kazuaki Yoshikawa" userId="2a70605763630a66" providerId="LiveId" clId="{A284EDFC-03CE-46B6-B12D-149692514020}" dt="2026-08-07T07:18:04.645" v="15311" actId="12789"/>
          <ac:grpSpMkLst>
            <pc:docMk/>
            <pc:sldMk cId="151999308" sldId="367"/>
            <ac:grpSpMk id="17" creationId="{372ED988-333D-77F2-BB4E-9545B324AF90}"/>
          </ac:grpSpMkLst>
        </pc:grpChg>
        <pc:grpChg chg="add mod">
          <ac:chgData name="Kazuaki Yoshikawa" userId="2a70605763630a66" providerId="LiveId" clId="{A284EDFC-03CE-46B6-B12D-149692514020}" dt="2026-08-07T07:18:18.827" v="15335" actId="1036"/>
          <ac:grpSpMkLst>
            <pc:docMk/>
            <pc:sldMk cId="151999308" sldId="367"/>
            <ac:grpSpMk id="18" creationId="{A9F7C8B9-39DD-5F01-2BBB-FD951BD0784A}"/>
          </ac:grpSpMkLst>
        </pc:grpChg>
        <pc:grpChg chg="mod">
          <ac:chgData name="Kazuaki Yoshikawa" userId="2a70605763630a66" providerId="LiveId" clId="{A284EDFC-03CE-46B6-B12D-149692514020}" dt="2026-08-07T06:33:22.504" v="14636" actId="164"/>
          <ac:grpSpMkLst>
            <pc:docMk/>
            <pc:sldMk cId="151999308" sldId="367"/>
            <ac:grpSpMk id="19" creationId="{E6BB1827-20FC-3C1E-CAEB-9E9748BB2DC1}"/>
          </ac:grpSpMkLst>
        </pc:grpChg>
        <pc:grpChg chg="mod ord">
          <ac:chgData name="Kazuaki Yoshikawa" userId="2a70605763630a66" providerId="LiveId" clId="{A284EDFC-03CE-46B6-B12D-149692514020}" dt="2026-08-07T06:35:35.787" v="14733" actId="12789"/>
          <ac:grpSpMkLst>
            <pc:docMk/>
            <pc:sldMk cId="151999308" sldId="367"/>
            <ac:grpSpMk id="20" creationId="{82672963-8B0B-5538-058B-7C4105659C82}"/>
          </ac:grpSpMkLst>
        </pc:grpChg>
        <pc:grpChg chg="del mod ord">
          <ac:chgData name="Kazuaki Yoshikawa" userId="2a70605763630a66" providerId="LiveId" clId="{A284EDFC-03CE-46B6-B12D-149692514020}" dt="2026-08-07T06:42:14.709" v="14957" actId="165"/>
          <ac:grpSpMkLst>
            <pc:docMk/>
            <pc:sldMk cId="151999308" sldId="367"/>
            <ac:grpSpMk id="21" creationId="{6034F0AB-4380-EFF1-AF65-4F29A78C91ED}"/>
          </ac:grpSpMkLst>
        </pc:grpChg>
        <pc:grpChg chg="add del mod ord">
          <ac:chgData name="Kazuaki Yoshikawa" userId="2a70605763630a66" providerId="LiveId" clId="{A284EDFC-03CE-46B6-B12D-149692514020}" dt="2026-08-07T06:35:24.582" v="14730" actId="165"/>
          <ac:grpSpMkLst>
            <pc:docMk/>
            <pc:sldMk cId="151999308" sldId="367"/>
            <ac:grpSpMk id="42" creationId="{E879A860-01EC-40FC-999D-428B9AC9A7CA}"/>
          </ac:grpSpMkLst>
        </pc:grpChg>
        <pc:grpChg chg="del mod topLvl">
          <ac:chgData name="Kazuaki Yoshikawa" userId="2a70605763630a66" providerId="LiveId" clId="{A284EDFC-03CE-46B6-B12D-149692514020}" dt="2026-08-07T06:37:34.796" v="14821" actId="165"/>
          <ac:grpSpMkLst>
            <pc:docMk/>
            <pc:sldMk cId="151999308" sldId="367"/>
            <ac:grpSpMk id="53" creationId="{0CA4E47F-BA4D-A4BB-5E84-B208754E4E86}"/>
          </ac:grpSpMkLst>
        </pc:grpChg>
        <pc:grpChg chg="del mod topLvl">
          <ac:chgData name="Kazuaki Yoshikawa" userId="2a70605763630a66" providerId="LiveId" clId="{A284EDFC-03CE-46B6-B12D-149692514020}" dt="2026-08-07T06:41:30.175" v="14938" actId="478"/>
          <ac:grpSpMkLst>
            <pc:docMk/>
            <pc:sldMk cId="151999308" sldId="367"/>
            <ac:grpSpMk id="54" creationId="{5D257C50-23FC-6300-3247-D93865E0D4DE}"/>
          </ac:grpSpMkLst>
        </pc:grpChg>
        <pc:grpChg chg="add mod">
          <ac:chgData name="Kazuaki Yoshikawa" userId="2a70605763630a66" providerId="LiveId" clId="{A284EDFC-03CE-46B6-B12D-149692514020}" dt="2026-08-07T06:35:35.787" v="14733" actId="12789"/>
          <ac:grpSpMkLst>
            <pc:docMk/>
            <pc:sldMk cId="151999308" sldId="367"/>
            <ac:grpSpMk id="59" creationId="{19ECD5F2-F196-4AE3-91F6-1E09F76187DC}"/>
          </ac:grpSpMkLst>
        </pc:grpChg>
        <pc:grpChg chg="add mod">
          <ac:chgData name="Kazuaki Yoshikawa" userId="2a70605763630a66" providerId="LiveId" clId="{A284EDFC-03CE-46B6-B12D-149692514020}" dt="2026-08-07T06:37:04.509" v="14772" actId="14100"/>
          <ac:grpSpMkLst>
            <pc:docMk/>
            <pc:sldMk cId="151999308" sldId="367"/>
            <ac:grpSpMk id="60" creationId="{E3D93C32-4A8E-8C8F-2758-02229D74F468}"/>
          </ac:grpSpMkLst>
        </pc:grpChg>
        <pc:grpChg chg="add del mod">
          <ac:chgData name="Kazuaki Yoshikawa" userId="2a70605763630a66" providerId="LiveId" clId="{A284EDFC-03CE-46B6-B12D-149692514020}" dt="2026-08-07T06:37:29.170" v="14819" actId="165"/>
          <ac:grpSpMkLst>
            <pc:docMk/>
            <pc:sldMk cId="151999308" sldId="367"/>
            <ac:grpSpMk id="61" creationId="{AD4219F0-D607-E8FF-F0F4-51D8CE5D1FF1}"/>
          </ac:grpSpMkLst>
        </pc:grpChg>
        <pc:grpChg chg="add del mod">
          <ac:chgData name="Kazuaki Yoshikawa" userId="2a70605763630a66" providerId="LiveId" clId="{A284EDFC-03CE-46B6-B12D-149692514020}" dt="2026-08-07T06:37:47.775" v="14828" actId="165"/>
          <ac:grpSpMkLst>
            <pc:docMk/>
            <pc:sldMk cId="151999308" sldId="367"/>
            <ac:grpSpMk id="62" creationId="{41F11373-3EF7-8ADD-DA97-9718D5EA9F5B}"/>
          </ac:grpSpMkLst>
        </pc:grpChg>
        <pc:grpChg chg="add mod">
          <ac:chgData name="Kazuaki Yoshikawa" userId="2a70605763630a66" providerId="LiveId" clId="{A284EDFC-03CE-46B6-B12D-149692514020}" dt="2026-08-07T06:39:03.292" v="14884" actId="1036"/>
          <ac:grpSpMkLst>
            <pc:docMk/>
            <pc:sldMk cId="151999308" sldId="367"/>
            <ac:grpSpMk id="63" creationId="{9396B9F9-031C-1951-6689-44B06AE6E542}"/>
          </ac:grpSpMkLst>
        </pc:grpChg>
        <pc:grpChg chg="add del mod">
          <ac:chgData name="Kazuaki Yoshikawa" userId="2a70605763630a66" providerId="LiveId" clId="{A284EDFC-03CE-46B6-B12D-149692514020}" dt="2026-08-07T06:41:28.958" v="14937" actId="165"/>
          <ac:grpSpMkLst>
            <pc:docMk/>
            <pc:sldMk cId="151999308" sldId="367"/>
            <ac:grpSpMk id="64" creationId="{1FC921CF-F082-4EC1-DDEA-D4A1B20453C2}"/>
          </ac:grpSpMkLst>
        </pc:grpChg>
        <pc:grpChg chg="add del mod">
          <ac:chgData name="Kazuaki Yoshikawa" userId="2a70605763630a66" providerId="LiveId" clId="{A284EDFC-03CE-46B6-B12D-149692514020}" dt="2026-08-07T06:42:15.521" v="14958" actId="165"/>
          <ac:grpSpMkLst>
            <pc:docMk/>
            <pc:sldMk cId="151999308" sldId="367"/>
            <ac:grpSpMk id="66" creationId="{BAA4F47C-86D2-90D2-619C-0881E272A35C}"/>
          </ac:grpSpMkLst>
        </pc:grpChg>
        <pc:graphicFrameChg chg="mod">
          <ac:chgData name="Kazuaki Yoshikawa" userId="2a70605763630a66" providerId="LiveId" clId="{A284EDFC-03CE-46B6-B12D-149692514020}" dt="2026-08-07T06:33:54.953" v="14675"/>
          <ac:graphicFrameMkLst>
            <pc:docMk/>
            <pc:sldMk cId="151999308" sldId="367"/>
            <ac:graphicFrameMk id="5" creationId="{1D8E98DD-D6AD-5A37-8924-7057C8380D1F}"/>
          </ac:graphicFrameMkLst>
        </pc:graphicFrameChg>
        <pc:picChg chg="del mod topLvl">
          <ac:chgData name="Kazuaki Yoshikawa" userId="2a70605763630a66" providerId="LiveId" clId="{A284EDFC-03CE-46B6-B12D-149692514020}" dt="2026-08-07T06:35:46.166" v="14736" actId="478"/>
          <ac:picMkLst>
            <pc:docMk/>
            <pc:sldMk cId="151999308" sldId="367"/>
            <ac:picMk id="15" creationId="{232634C8-DA9C-4635-B6AB-42755739357B}"/>
          </ac:picMkLst>
        </pc:picChg>
        <pc:picChg chg="mod">
          <ac:chgData name="Kazuaki Yoshikawa" userId="2a70605763630a66" providerId="LiveId" clId="{A284EDFC-03CE-46B6-B12D-149692514020}" dt="2026-08-07T06:33:29.811" v="14641"/>
          <ac:picMkLst>
            <pc:docMk/>
            <pc:sldMk cId="151999308" sldId="367"/>
            <ac:picMk id="17" creationId="{6E7B2EC3-103B-8085-799E-38F4E2F0E5E9}"/>
          </ac:picMkLst>
        </pc:picChg>
        <pc:picChg chg="mod">
          <ac:chgData name="Kazuaki Yoshikawa" userId="2a70605763630a66" providerId="LiveId" clId="{A284EDFC-03CE-46B6-B12D-149692514020}" dt="2026-08-07T06:33:29.811" v="14641"/>
          <ac:picMkLst>
            <pc:docMk/>
            <pc:sldMk cId="151999308" sldId="367"/>
            <ac:picMk id="33" creationId="{E6546742-21CE-FF3A-0E6F-F777C4ECFC1D}"/>
          </ac:picMkLst>
        </pc:picChg>
        <pc:picChg chg="mod">
          <ac:chgData name="Kazuaki Yoshikawa" userId="2a70605763630a66" providerId="LiveId" clId="{A284EDFC-03CE-46B6-B12D-149692514020}" dt="2026-08-07T06:33:29.811" v="14641"/>
          <ac:picMkLst>
            <pc:docMk/>
            <pc:sldMk cId="151999308" sldId="367"/>
            <ac:picMk id="34" creationId="{EE7B4731-DA48-AC7D-F164-00E3255D6A4F}"/>
          </ac:picMkLst>
        </pc:picChg>
        <pc:picChg chg="mod">
          <ac:chgData name="Kazuaki Yoshikawa" userId="2a70605763630a66" providerId="LiveId" clId="{A284EDFC-03CE-46B6-B12D-149692514020}" dt="2026-08-07T06:33:29.811" v="14641"/>
          <ac:picMkLst>
            <pc:docMk/>
            <pc:sldMk cId="151999308" sldId="367"/>
            <ac:picMk id="36" creationId="{5137DA70-3597-B540-8551-A3E0DB20683B}"/>
          </ac:picMkLst>
        </pc:picChg>
        <pc:picChg chg="mod">
          <ac:chgData name="Kazuaki Yoshikawa" userId="2a70605763630a66" providerId="LiveId" clId="{A284EDFC-03CE-46B6-B12D-149692514020}" dt="2026-08-07T06:33:29.811" v="14641"/>
          <ac:picMkLst>
            <pc:docMk/>
            <pc:sldMk cId="151999308" sldId="367"/>
            <ac:picMk id="37" creationId="{1D5C4711-B1B7-5389-A661-43C3BCB98E2D}"/>
          </ac:picMkLst>
        </pc:picChg>
        <pc:picChg chg="mod topLvl">
          <ac:chgData name="Kazuaki Yoshikawa" userId="2a70605763630a66" providerId="LiveId" clId="{A284EDFC-03CE-46B6-B12D-149692514020}" dt="2026-08-07T07:18:12.005" v="15313" actId="164"/>
          <ac:picMkLst>
            <pc:docMk/>
            <pc:sldMk cId="151999308" sldId="367"/>
            <ac:picMk id="50" creationId="{EE20E312-0128-C875-649D-D5C66DF38186}"/>
          </ac:picMkLst>
        </pc:picChg>
        <pc:picChg chg="mod topLvl">
          <ac:chgData name="Kazuaki Yoshikawa" userId="2a70605763630a66" providerId="LiveId" clId="{A284EDFC-03CE-46B6-B12D-149692514020}" dt="2026-08-07T07:18:12.005" v="15313" actId="164"/>
          <ac:picMkLst>
            <pc:docMk/>
            <pc:sldMk cId="151999308" sldId="367"/>
            <ac:picMk id="55" creationId="{039F7355-7B39-F0CD-EA6F-9182A3E05CD6}"/>
          </ac:picMkLst>
        </pc:picChg>
        <pc:picChg chg="mod">
          <ac:chgData name="Kazuaki Yoshikawa" userId="2a70605763630a66" providerId="LiveId" clId="{A284EDFC-03CE-46B6-B12D-149692514020}" dt="2026-08-07T06:41:28.958" v="14937" actId="165"/>
          <ac:picMkLst>
            <pc:docMk/>
            <pc:sldMk cId="151999308" sldId="367"/>
            <ac:picMk id="56" creationId="{972EC636-462B-80DB-87B5-13E4E34EC5A6}"/>
          </ac:picMkLst>
        </pc:picChg>
        <pc:picChg chg="mod">
          <ac:chgData name="Kazuaki Yoshikawa" userId="2a70605763630a66" providerId="LiveId" clId="{A284EDFC-03CE-46B6-B12D-149692514020}" dt="2026-08-07T06:41:28.958" v="14937" actId="165"/>
          <ac:picMkLst>
            <pc:docMk/>
            <pc:sldMk cId="151999308" sldId="367"/>
            <ac:picMk id="57" creationId="{EA8E02F6-A6FA-8A75-0A5C-DC53A58845BC}"/>
          </ac:picMkLst>
        </pc:picChg>
        <pc:picChg chg="mod">
          <ac:chgData name="Kazuaki Yoshikawa" userId="2a70605763630a66" providerId="LiveId" clId="{A284EDFC-03CE-46B6-B12D-149692514020}" dt="2026-08-07T06:41:28.958" v="14937" actId="165"/>
          <ac:picMkLst>
            <pc:docMk/>
            <pc:sldMk cId="151999308" sldId="367"/>
            <ac:picMk id="58" creationId="{8F54DC8A-8EB3-DCE6-B477-6F22AEA0038C}"/>
          </ac:picMkLst>
        </pc:picChg>
        <pc:picChg chg="add mod">
          <ac:chgData name="Kazuaki Yoshikawa" userId="2a70605763630a66" providerId="LiveId" clId="{A284EDFC-03CE-46B6-B12D-149692514020}" dt="2026-08-07T07:18:12.005" v="15313" actId="164"/>
          <ac:picMkLst>
            <pc:docMk/>
            <pc:sldMk cId="151999308" sldId="367"/>
            <ac:picMk id="68" creationId="{942DFBC5-A5C0-9D39-20CB-2715EFD4ACE2}"/>
          </ac:picMkLst>
        </pc:picChg>
        <pc:picChg chg="add del mod">
          <ac:chgData name="Kazuaki Yoshikawa" userId="2a70605763630a66" providerId="LiveId" clId="{A284EDFC-03CE-46B6-B12D-149692514020}" dt="2026-08-07T06:41:00.528" v="14934" actId="478"/>
          <ac:picMkLst>
            <pc:docMk/>
            <pc:sldMk cId="151999308" sldId="367"/>
            <ac:picMk id="70" creationId="{8ACCE2D0-E2D6-88DB-955D-BD6D86E33990}"/>
          </ac:picMkLst>
        </pc:picChg>
        <pc:picChg chg="add mod">
          <ac:chgData name="Kazuaki Yoshikawa" userId="2a70605763630a66" providerId="LiveId" clId="{A284EDFC-03CE-46B6-B12D-149692514020}" dt="2026-08-07T07:18:12.005" v="15313" actId="164"/>
          <ac:picMkLst>
            <pc:docMk/>
            <pc:sldMk cId="151999308" sldId="367"/>
            <ac:picMk id="72" creationId="{423B2A08-72A5-FDF6-05C8-594F84A9752F}"/>
          </ac:picMkLst>
        </pc:picChg>
        <pc:picChg chg="add del">
          <ac:chgData name="Kazuaki Yoshikawa" userId="2a70605763630a66" providerId="LiveId" clId="{A284EDFC-03CE-46B6-B12D-149692514020}" dt="2026-08-07T06:42:13.108" v="14956" actId="478"/>
          <ac:picMkLst>
            <pc:docMk/>
            <pc:sldMk cId="151999308" sldId="367"/>
            <ac:picMk id="74" creationId="{8C9EEF99-5EE6-E19B-3ADC-11B2CE00E069}"/>
          </ac:picMkLst>
        </pc:picChg>
        <pc:cxnChg chg="add mod">
          <ac:chgData name="Kazuaki Yoshikawa" userId="2a70605763630a66" providerId="LiveId" clId="{A284EDFC-03CE-46B6-B12D-149692514020}" dt="2026-08-07T10:40:50.680" v="15563" actId="14100"/>
          <ac:cxnSpMkLst>
            <pc:docMk/>
            <pc:sldMk cId="151999308" sldId="367"/>
            <ac:cxnSpMk id="7" creationId="{0353C53E-F4C9-44CD-0CCB-B4912B373C15}"/>
          </ac:cxnSpMkLst>
        </pc:cxnChg>
      </pc:sldChg>
      <pc:sldChg chg="new del">
        <pc:chgData name="Kazuaki Yoshikawa" userId="2a70605763630a66" providerId="LiveId" clId="{A284EDFC-03CE-46B6-B12D-149692514020}" dt="2026-08-07T06:32:29.558" v="14554" actId="680"/>
        <pc:sldMkLst>
          <pc:docMk/>
          <pc:sldMk cId="1398219461" sldId="368"/>
        </pc:sldMkLst>
      </pc:sldChg>
      <pc:sldChg chg="del modNotes">
        <pc:chgData name="Kazuaki Yoshikawa" userId="2a70605763630a66" providerId="LiveId" clId="{A284EDFC-03CE-46B6-B12D-149692514020}" dt="2026-08-07T06:30:42.146" v="14471" actId="47"/>
        <pc:sldMkLst>
          <pc:docMk/>
          <pc:sldMk cId="3689935391" sldId="370"/>
        </pc:sldMkLst>
      </pc:sldChg>
      <pc:sldChg chg="addSp modSp del mod modNotes">
        <pc:chgData name="Kazuaki Yoshikawa" userId="2a70605763630a66" providerId="LiveId" clId="{A284EDFC-03CE-46B6-B12D-149692514020}" dt="2026-08-07T06:30:42.861" v="14476" actId="47"/>
        <pc:sldMkLst>
          <pc:docMk/>
          <pc:sldMk cId="1615527782" sldId="371"/>
        </pc:sldMkLst>
      </pc:sldChg>
      <pc:sldChg chg="addSp modSp del mod modNotes">
        <pc:chgData name="Kazuaki Yoshikawa" userId="2a70605763630a66" providerId="LiveId" clId="{A284EDFC-03CE-46B6-B12D-149692514020}" dt="2026-08-07T06:30:44.255" v="14483" actId="47"/>
        <pc:sldMkLst>
          <pc:docMk/>
          <pc:sldMk cId="815270062" sldId="372"/>
        </pc:sldMkLst>
      </pc:sldChg>
      <pc:sldChg chg="del modNotes">
        <pc:chgData name="Kazuaki Yoshikawa" userId="2a70605763630a66" providerId="LiveId" clId="{A284EDFC-03CE-46B6-B12D-149692514020}" dt="2026-08-07T06:30:42.497" v="14474" actId="47"/>
        <pc:sldMkLst>
          <pc:docMk/>
          <pc:sldMk cId="1486096256" sldId="374"/>
        </pc:sldMkLst>
      </pc:sldChg>
      <pc:sldChg chg="del modNotes">
        <pc:chgData name="Kazuaki Yoshikawa" userId="2a70605763630a66" providerId="LiveId" clId="{A284EDFC-03CE-46B6-B12D-149692514020}" dt="2026-08-07T06:30:42.667" v="14475" actId="47"/>
        <pc:sldMkLst>
          <pc:docMk/>
          <pc:sldMk cId="2369150333" sldId="375"/>
        </pc:sldMkLst>
      </pc:sldChg>
      <pc:sldChg chg="addSp modSp del mod modNotes">
        <pc:chgData name="Kazuaki Yoshikawa" userId="2a70605763630a66" providerId="LiveId" clId="{A284EDFC-03CE-46B6-B12D-149692514020}" dt="2026-08-07T06:30:43.175" v="14477" actId="47"/>
        <pc:sldMkLst>
          <pc:docMk/>
          <pc:sldMk cId="2826858504" sldId="376"/>
        </pc:sldMkLst>
      </pc:sldChg>
      <pc:sldChg chg="addSp delSp modSp del mod modNotes">
        <pc:chgData name="Kazuaki Yoshikawa" userId="2a70605763630a66" providerId="LiveId" clId="{A284EDFC-03CE-46B6-B12D-149692514020}" dt="2026-08-07T06:30:44.540" v="14485" actId="47"/>
        <pc:sldMkLst>
          <pc:docMk/>
          <pc:sldMk cId="2941228159" sldId="379"/>
        </pc:sldMkLst>
      </pc:sldChg>
      <pc:sldChg chg="modSp del mod modNotes">
        <pc:chgData name="Kazuaki Yoshikawa" userId="2a70605763630a66" providerId="LiveId" clId="{A284EDFC-03CE-46B6-B12D-149692514020}" dt="2026-08-07T06:30:44.727" v="14487" actId="47"/>
        <pc:sldMkLst>
          <pc:docMk/>
          <pc:sldMk cId="4242231622" sldId="380"/>
        </pc:sldMkLst>
      </pc:sldChg>
      <pc:sldChg chg="del modNotes">
        <pc:chgData name="Kazuaki Yoshikawa" userId="2a70605763630a66" providerId="LiveId" clId="{A284EDFC-03CE-46B6-B12D-149692514020}" dt="2026-08-07T06:30:43.781" v="14481" actId="47"/>
        <pc:sldMkLst>
          <pc:docMk/>
          <pc:sldMk cId="715826726" sldId="381"/>
        </pc:sldMkLst>
      </pc:sldChg>
      <pc:sldChg chg="del modNotes">
        <pc:chgData name="Kazuaki Yoshikawa" userId="2a70605763630a66" providerId="LiveId" clId="{A284EDFC-03CE-46B6-B12D-149692514020}" dt="2026-08-07T06:30:43.940" v="14482" actId="47"/>
        <pc:sldMkLst>
          <pc:docMk/>
          <pc:sldMk cId="3889176555" sldId="382"/>
        </pc:sldMkLst>
      </pc:sldChg>
      <pc:sldChg chg="del ord modNotes">
        <pc:chgData name="Kazuaki Yoshikawa" userId="2a70605763630a66" providerId="LiveId" clId="{A284EDFC-03CE-46B6-B12D-149692514020}" dt="2026-08-07T06:30:41.488" v="14467" actId="47"/>
        <pc:sldMkLst>
          <pc:docMk/>
          <pc:sldMk cId="3720504812" sldId="383"/>
        </pc:sldMkLst>
      </pc:sldChg>
      <pc:sldChg chg="addSp delSp modSp add del mod modNotes">
        <pc:chgData name="Kazuaki Yoshikawa" userId="2a70605763630a66" providerId="LiveId" clId="{A284EDFC-03CE-46B6-B12D-149692514020}" dt="2026-08-07T06:30:44.674" v="14486" actId="47"/>
        <pc:sldMkLst>
          <pc:docMk/>
          <pc:sldMk cId="3075342069" sldId="384"/>
        </pc:sldMkLst>
      </pc:sldChg>
      <pc:sldChg chg="addSp modSp del mod ord modNotes">
        <pc:chgData name="Kazuaki Yoshikawa" userId="2a70605763630a66" providerId="LiveId" clId="{A284EDFC-03CE-46B6-B12D-149692514020}" dt="2026-08-07T06:30:43.398" v="14479" actId="47"/>
        <pc:sldMkLst>
          <pc:docMk/>
          <pc:sldMk cId="3013846197" sldId="385"/>
        </pc:sldMkLst>
      </pc:sldChg>
      <pc:sldChg chg="addSp delSp modSp del mod ord modNotes">
        <pc:chgData name="Kazuaki Yoshikawa" userId="2a70605763630a66" providerId="LiveId" clId="{A284EDFC-03CE-46B6-B12D-149692514020}" dt="2026-08-07T06:30:43.239" v="14478" actId="47"/>
        <pc:sldMkLst>
          <pc:docMk/>
          <pc:sldMk cId="141085787" sldId="391"/>
        </pc:sldMkLst>
      </pc:sldChg>
      <pc:sldChg chg="modSp del mod ord modNotes">
        <pc:chgData name="Kazuaki Yoshikawa" userId="2a70605763630a66" providerId="LiveId" clId="{A284EDFC-03CE-46B6-B12D-149692514020}" dt="2026-08-07T06:30:43.578" v="14480" actId="47"/>
        <pc:sldMkLst>
          <pc:docMk/>
          <pc:sldMk cId="875664392" sldId="392"/>
        </pc:sldMkLst>
      </pc:sldChg>
      <pc:sldChg chg="addSp delSp modSp add del mod modNotes">
        <pc:chgData name="Kazuaki Yoshikawa" userId="2a70605763630a66" providerId="LiveId" clId="{A284EDFC-03CE-46B6-B12D-149692514020}" dt="2026-08-07T06:30:41.278" v="14466" actId="47"/>
        <pc:sldMkLst>
          <pc:docMk/>
          <pc:sldMk cId="749253451" sldId="393"/>
        </pc:sldMkLst>
      </pc:sldChg>
      <pc:sldChg chg="modSp add del mod modNotes">
        <pc:chgData name="Kazuaki Yoshikawa" userId="2a70605763630a66" providerId="LiveId" clId="{A284EDFC-03CE-46B6-B12D-149692514020}" dt="2026-08-07T06:30:42.323" v="14473" actId="47"/>
        <pc:sldMkLst>
          <pc:docMk/>
          <pc:sldMk cId="1647804049" sldId="394"/>
        </pc:sldMkLst>
      </pc:sldChg>
      <pc:sldChg chg="addSp delSp modSp add del mod modNotes">
        <pc:chgData name="Kazuaki Yoshikawa" userId="2a70605763630a66" providerId="LiveId" clId="{A284EDFC-03CE-46B6-B12D-149692514020}" dt="2026-08-07T06:30:44.772" v="14488" actId="47"/>
        <pc:sldMkLst>
          <pc:docMk/>
          <pc:sldMk cId="4006052678" sldId="395"/>
        </pc:sldMkLst>
      </pc:sldChg>
      <pc:sldMasterChg chg="delSldLayout">
        <pc:chgData name="Kazuaki Yoshikawa" userId="2a70605763630a66" providerId="LiveId" clId="{A284EDFC-03CE-46B6-B12D-149692514020}" dt="2026-08-07T06:30:46.788" v="14498" actId="47"/>
        <pc:sldMasterMkLst>
          <pc:docMk/>
          <pc:sldMasterMk cId="1427578241" sldId="2147485185"/>
        </pc:sldMasterMkLst>
        <pc:sldLayoutChg chg="del">
          <pc:chgData name="Kazuaki Yoshikawa" userId="2a70605763630a66" providerId="LiveId" clId="{A284EDFC-03CE-46B6-B12D-149692514020}" dt="2026-08-07T06:30:46.788" v="14498" actId="47"/>
          <pc:sldLayoutMkLst>
            <pc:docMk/>
            <pc:sldMasterMk cId="1427578241" sldId="2147485185"/>
            <pc:sldLayoutMk cId="3064622728" sldId="21474851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2971800" cy="495507"/>
          </a:xfrm>
          <a:prstGeom prst="rect">
            <a:avLst/>
          </a:prstGeom>
        </p:spPr>
        <p:txBody>
          <a:bodyPr vert="horz" lIns="92486" tIns="46243" rIns="92486" bIns="46243" rtlCol="0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6" y="4"/>
            <a:ext cx="2971800" cy="495507"/>
          </a:xfrm>
          <a:prstGeom prst="rect">
            <a:avLst/>
          </a:prstGeom>
        </p:spPr>
        <p:txBody>
          <a:bodyPr vert="horz" lIns="92486" tIns="46243" rIns="92486" bIns="46243" rtlCol="0"/>
          <a:lstStyle>
            <a:lvl1pPr algn="r">
              <a:defRPr sz="1200"/>
            </a:lvl1pPr>
          </a:lstStyle>
          <a:p>
            <a:fld id="{57691E93-EF64-46CC-85E2-BBB5BEDB9501}" type="datetimeFigureOut">
              <a:rPr lang="en-US" sz="800"/>
              <a:t>8/7/2026</a:t>
            </a:fld>
            <a:endParaRPr lang="en-US" sz="8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380336"/>
            <a:ext cx="2971800" cy="495506"/>
          </a:xfrm>
          <a:prstGeom prst="rect">
            <a:avLst/>
          </a:prstGeom>
        </p:spPr>
        <p:txBody>
          <a:bodyPr vert="horz" lIns="92486" tIns="46243" rIns="92486" bIns="46243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6" y="9380336"/>
            <a:ext cx="2971800" cy="495506"/>
          </a:xfrm>
          <a:prstGeom prst="rect">
            <a:avLst/>
          </a:prstGeom>
        </p:spPr>
        <p:txBody>
          <a:bodyPr vert="horz" lIns="92486" tIns="46243" rIns="92486" bIns="46243" rtlCol="0" anchor="b"/>
          <a:lstStyle>
            <a:lvl1pPr algn="r">
              <a:defRPr sz="1200"/>
            </a:lvl1pPr>
          </a:lstStyle>
          <a:p>
            <a:fld id="{3DCECA85-2A7A-423F-89EA-6868CB52DF19}" type="slidenum">
              <a:rPr lang="en-US" sz="800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7093775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2" y="4716243"/>
            <a:ext cx="6856413" cy="5159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486" tIns="46243" rIns="92486" bIns="46243"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1336" y="4"/>
            <a:ext cx="2890467" cy="495507"/>
          </a:xfrm>
          <a:prstGeom prst="rect">
            <a:avLst/>
          </a:prstGeom>
        </p:spPr>
        <p:txBody>
          <a:bodyPr vert="horz" lIns="92486" tIns="46243" rIns="92486" bIns="46243" rtlCol="0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0650" y="614363"/>
            <a:ext cx="7081838" cy="3983037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2486" tIns="46243" rIns="92486" bIns="46243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81336" y="9349781"/>
            <a:ext cx="2890467" cy="495506"/>
          </a:xfrm>
          <a:prstGeom prst="rect">
            <a:avLst/>
          </a:prstGeom>
        </p:spPr>
        <p:txBody>
          <a:bodyPr vert="horz" lIns="92486" tIns="46243" rIns="92486" bIns="46243" rtlCol="0" anchor="b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6" y="9349781"/>
            <a:ext cx="2881273" cy="495506"/>
          </a:xfrm>
          <a:prstGeom prst="rect">
            <a:avLst/>
          </a:prstGeom>
        </p:spPr>
        <p:txBody>
          <a:bodyPr vert="horz" lIns="92486" tIns="46243" rIns="92486" bIns="46243" rtlCol="0" anchor="b"/>
          <a:lstStyle>
            <a:lvl1pPr algn="r">
              <a:defRPr sz="1400"/>
            </a:lvl1pPr>
          </a:lstStyle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56082" y="5041227"/>
            <a:ext cx="6328459" cy="4030014"/>
          </a:xfrm>
          <a:prstGeom prst="rect">
            <a:avLst/>
          </a:prstGeom>
        </p:spPr>
        <p:txBody>
          <a:bodyPr vert="horz" lIns="92486" tIns="46243" rIns="92486" bIns="4624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884842" y="0"/>
            <a:ext cx="2971592" cy="495659"/>
          </a:xfrm>
          <a:prstGeom prst="rect">
            <a:avLst/>
          </a:prstGeom>
        </p:spPr>
        <p:txBody>
          <a:bodyPr vert="horz" lIns="91435" tIns="45717" rIns="91435" bIns="45717" rtlCol="0"/>
          <a:lstStyle>
            <a:lvl1pPr algn="r">
              <a:defRPr sz="1200"/>
            </a:lvl1pPr>
          </a:lstStyle>
          <a:p>
            <a:fld id="{F2C7CF5F-7CF3-4DF3-838A-EE34544862CC}" type="datetimeFigureOut">
              <a:rPr lang="en-US" smtClean="0"/>
              <a:t>8/7/2026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6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600"/>
      </a:spcAft>
      <a:buFont typeface="Arial" panose="020B0604020202020204" pitchFamily="34" charset="0"/>
      <a:buChar char="​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1430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286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1435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858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000" i="1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12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75FA7-65F5-FEB7-A251-DC11A4117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14A3D-BC6D-151E-0FC1-A44B26A7F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20650" y="614363"/>
            <a:ext cx="7081838" cy="39830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6EFF1-D151-6BA3-489F-A6729007F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9D436-4AA3-791E-4DCB-D51395FBE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38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03268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4" descr="A bird's eye view of a park&#10;&#10;AI-generated content may be incorrect.">
            <a:extLst>
              <a:ext uri="{FF2B5EF4-FFF2-40B4-BE49-F238E27FC236}">
                <a16:creationId xmlns:a16="http://schemas.microsoft.com/office/drawing/2014/main" id="{F9E2DEE0-1715-A751-D42F-25A1F91B100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5" name="Rectángulo 14">
            <a:extLst>
              <a:ext uri="{FF2B5EF4-FFF2-40B4-BE49-F238E27FC236}">
                <a16:creationId xmlns:a16="http://schemas.microsoft.com/office/drawing/2014/main" id="{70A91C46-7458-1FF4-DDE9-E246204E6F60}"/>
              </a:ext>
            </a:extLst>
          </p:cNvPr>
          <p:cNvSpPr/>
          <p:nvPr userDrawn="1"/>
        </p:nvSpPr>
        <p:spPr>
          <a:xfrm>
            <a:off x="0" y="3203329"/>
            <a:ext cx="12192000" cy="451342"/>
          </a:xfrm>
          <a:prstGeom prst="rect">
            <a:avLst/>
          </a:prstGeom>
          <a:solidFill>
            <a:schemeClr val="tx1">
              <a:alpha val="2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s-ES_tradnl" sz="2133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E780A4-D862-A754-2DB0-31DA99575581}"/>
              </a:ext>
            </a:extLst>
          </p:cNvPr>
          <p:cNvSpPr/>
          <p:nvPr userDrawn="1"/>
        </p:nvSpPr>
        <p:spPr>
          <a:xfrm>
            <a:off x="0" y="5279183"/>
            <a:ext cx="12192000" cy="157881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sym typeface="Trebuchet MS" panose="020B0603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90EED3-128C-E576-4D1E-78E6DB69A1B9}"/>
              </a:ext>
            </a:extLst>
          </p:cNvPr>
          <p:cNvSpPr/>
          <p:nvPr userDrawn="1"/>
        </p:nvSpPr>
        <p:spPr bwMode="black">
          <a:xfrm>
            <a:off x="630936" y="626200"/>
            <a:ext cx="8125200" cy="5529600"/>
          </a:xfrm>
          <a:prstGeom prst="rect">
            <a:avLst/>
          </a:prstGeom>
          <a:solidFill>
            <a:schemeClr val="bg2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lnSpc>
                <a:spcPct val="95000"/>
              </a:lnSpc>
            </a:pPr>
            <a:endParaRPr lang="en-US" sz="2000">
              <a:solidFill>
                <a:prstClr val="white"/>
              </a:solidFill>
              <a:latin typeface="Meiryo UI" panose="020B0604030504040204" pitchFamily="50" charset="-128"/>
              <a:ea typeface="Meiryo UI" panose="020B0604030504040204" pitchFamily="50" charset="-128"/>
              <a:sym typeface="Trebuchet MS" panose="020B0603020202020204" pitchFamily="34" charset="0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BA5A0B8-83FF-D80C-1E95-D9CE15CB28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117415" y="6207842"/>
            <a:ext cx="6868800" cy="327148"/>
          </a:xfrm>
          <a:prstGeom prst="rect">
            <a:avLst/>
          </a:prstGeom>
          <a:noFill/>
        </p:spPr>
        <p:txBody>
          <a:bodyPr anchor="ctr"/>
          <a:lstStyle>
            <a:lvl1pPr algn="l">
              <a:lnSpc>
                <a:spcPct val="110000"/>
              </a:lnSpc>
              <a:buNone/>
              <a:defRPr sz="1200" b="1" cap="all" baseline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Trebuchet MS" panose="020B0603020202020204" pitchFamily="34" charset="0"/>
              </a:defRPr>
            </a:lvl1pPr>
            <a:lvl2pPr algn="ctr">
              <a:buNone/>
              <a:defRPr/>
            </a:lvl2pPr>
            <a:lvl3pPr marL="0" indent="0" algn="ctr">
              <a:buNone/>
              <a:defRPr/>
            </a:lvl3pPr>
            <a:lvl4pPr marL="228600" indent="0" algn="ctr">
              <a:buNone/>
              <a:defRPr/>
            </a:lvl4pPr>
            <a:lvl5pPr marL="457200" indent="0" algn="ctr">
              <a:buNone/>
              <a:defRPr/>
            </a:lvl5pPr>
          </a:lstStyle>
          <a:p>
            <a:pPr lvl="0"/>
            <a:r>
              <a:rPr lang="en-US" dirty="0"/>
              <a:t>Click to edit date/place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5968FA5-F928-626B-228A-F0DC74DF20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17415" y="5495706"/>
            <a:ext cx="6868800" cy="43619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10000"/>
              </a:lnSpc>
              <a:buNone/>
              <a:defRPr sz="16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in sentence case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4869409-1B9D-B93F-B27D-D6703439BF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ltGray">
          <a:xfrm>
            <a:off x="1117415" y="1886242"/>
            <a:ext cx="6868800" cy="3138423"/>
          </a:xfrm>
          <a:prstGeom prst="rect">
            <a:avLst/>
          </a:prstGeom>
        </p:spPr>
        <p:txBody>
          <a:bodyPr vert="horz" rIns="0" anchor="b">
            <a:normAutofit/>
          </a:bodyPr>
          <a:lstStyle>
            <a:lvl1pPr algn="l">
              <a:lnSpc>
                <a:spcPct val="93000"/>
              </a:lnSpc>
              <a:defRPr sz="54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Title in Title Case</a:t>
            </a:r>
          </a:p>
        </p:txBody>
      </p:sp>
      <p:sp>
        <p:nvSpPr>
          <p:cNvPr id="13" name="Text Placeholder 22">
            <a:extLst>
              <a:ext uri="{FF2B5EF4-FFF2-40B4-BE49-F238E27FC236}">
                <a16:creationId xmlns:a16="http://schemas.microsoft.com/office/drawing/2014/main" id="{5E72A11D-9DF4-51DC-BBE7-6C36897486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17414" y="1281352"/>
            <a:ext cx="6868800" cy="422275"/>
          </a:xfrm>
        </p:spPr>
        <p:txBody>
          <a:bodyPr anchor="ctr"/>
          <a:lstStyle>
            <a:lvl1pPr>
              <a:defRPr sz="2800" b="1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42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AD76B30-98B3-B81C-E0DE-9C71307E0E1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98672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0" progId="TCLayout.ActiveDocument.1">
                  <p:embed/>
                </p:oleObj>
              </mc:Choice>
              <mc:Fallback>
                <p:oleObj name="think-cell Slide" r:id="rId3" imgW="501" imgH="5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D76B30-98B3-B81C-E0DE-9C71307E0E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0B8046F1-2566-AF4C-992D-ACD3E81F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364" y="529044"/>
            <a:ext cx="11340000" cy="5969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s-ES" dirty="0" err="1"/>
              <a:t>Title</a:t>
            </a:r>
            <a:r>
              <a:rPr lang="es-ES" dirty="0"/>
              <a:t> Arial 26pt </a:t>
            </a:r>
            <a:br>
              <a:rPr lang="es-ES" dirty="0"/>
            </a:br>
            <a:endParaRPr lang="en-US" dirty="0"/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B314D23C-848F-244A-B9CE-E695583770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8366" y="1186593"/>
            <a:ext cx="11340000" cy="329974"/>
          </a:xfrm>
        </p:spPr>
        <p:txBody>
          <a:bodyPr>
            <a:noAutofit/>
          </a:bodyPr>
          <a:lstStyle>
            <a:lvl1pPr>
              <a:defRPr sz="2000" i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lang="es-ES" dirty="0" err="1"/>
              <a:t>Subtitle</a:t>
            </a:r>
            <a:endParaRPr lang="en-US" dirty="0"/>
          </a:p>
        </p:txBody>
      </p:sp>
      <p:sp>
        <p:nvSpPr>
          <p:cNvPr id="4" name="テキスト ボックス 13">
            <a:extLst>
              <a:ext uri="{FF2B5EF4-FFF2-40B4-BE49-F238E27FC236}">
                <a16:creationId xmlns:a16="http://schemas.microsoft.com/office/drawing/2014/main" id="{1CD781A1-E215-9DFD-2ADE-808D937272A5}"/>
              </a:ext>
            </a:extLst>
          </p:cNvPr>
          <p:cNvSpPr txBox="1"/>
          <p:nvPr userDrawn="1"/>
        </p:nvSpPr>
        <p:spPr>
          <a:xfrm>
            <a:off x="11806653" y="6534814"/>
            <a:ext cx="330787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fld id="{989496C2-B50A-F244-A0A1-E3849033C8B1}" type="slidenum">
              <a:rPr lang="en-GB" altLang="ja-JP" sz="1200" smtClean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eiryo UI" panose="020B0604030504040204" pitchFamily="50" charset="-128"/>
              </a:rPr>
              <a:pPr algn="ctr"/>
              <a:t>‹#›</a:t>
            </a:fld>
            <a:endParaRPr kumimoji="1" lang="ja-JP" altLang="en-US" sz="1200" i="1" dirty="0">
              <a:latin typeface="Meiryo UI" panose="020B0604030504040204" pitchFamily="50" charset="-128"/>
              <a:ea typeface="Meiryo UI" panose="020B0604030504040204" pitchFamily="50" charset="-128"/>
              <a:sym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0132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AD76B30-98B3-B81C-E0DE-9C71307E0E1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98672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0" progId="TCLayout.ActiveDocument.1">
                  <p:embed/>
                </p:oleObj>
              </mc:Choice>
              <mc:Fallback>
                <p:oleObj name="think-cell Slide" r:id="rId3" imgW="501" imgH="5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D76B30-98B3-B81C-E0DE-9C71307E0E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0B8046F1-2566-AF4C-992D-ACD3E81F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364" y="529044"/>
            <a:ext cx="11340000" cy="5969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s-ES" dirty="0" err="1"/>
              <a:t>Title</a:t>
            </a:r>
            <a:r>
              <a:rPr lang="es-ES" dirty="0"/>
              <a:t> Arial 26pt </a:t>
            </a:r>
            <a:br>
              <a:rPr lang="es-ES" dirty="0"/>
            </a:br>
            <a:endParaRPr lang="en-US" dirty="0"/>
          </a:p>
        </p:txBody>
      </p:sp>
      <p:sp>
        <p:nvSpPr>
          <p:cNvPr id="2" name="テキスト ボックス 13">
            <a:extLst>
              <a:ext uri="{FF2B5EF4-FFF2-40B4-BE49-F238E27FC236}">
                <a16:creationId xmlns:a16="http://schemas.microsoft.com/office/drawing/2014/main" id="{07377505-8210-F5E6-115D-3B63E0E5F427}"/>
              </a:ext>
            </a:extLst>
          </p:cNvPr>
          <p:cNvSpPr txBox="1"/>
          <p:nvPr userDrawn="1"/>
        </p:nvSpPr>
        <p:spPr>
          <a:xfrm>
            <a:off x="11806653" y="6534814"/>
            <a:ext cx="330787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fld id="{989496C2-B50A-F244-A0A1-E3849033C8B1}" type="slidenum">
              <a:rPr lang="en-GB" altLang="ja-JP" sz="1200" smtClean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eiryo UI" panose="020B0604030504040204" pitchFamily="50" charset="-128"/>
              </a:rPr>
              <a:pPr algn="ctr"/>
              <a:t>‹#›</a:t>
            </a:fld>
            <a:endParaRPr kumimoji="1" lang="ja-JP" altLang="en-US" sz="1200" i="1" dirty="0">
              <a:latin typeface="Meiryo UI" panose="020B0604030504040204" pitchFamily="50" charset="-128"/>
              <a:ea typeface="Meiryo UI" panose="020B0604030504040204" pitchFamily="50" charset="-128"/>
              <a:sym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8977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59426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4">
            <a:extLst>
              <a:ext uri="{FF2B5EF4-FFF2-40B4-BE49-F238E27FC236}">
                <a16:creationId xmlns:a16="http://schemas.microsoft.com/office/drawing/2014/main" id="{EFDBD089-9C70-4914-C816-809A8DB028B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-2924"/>
            <a:ext cx="12191499" cy="686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 bwMode="black">
          <a:xfrm>
            <a:off x="630936" y="626200"/>
            <a:ext cx="8125200" cy="5529600"/>
          </a:xfrm>
          <a:prstGeom prst="rect">
            <a:avLst/>
          </a:prstGeom>
          <a:solidFill>
            <a:schemeClr val="bg2">
              <a:lumMod val="40000"/>
              <a:lumOff val="6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lnSpc>
                <a:spcPct val="95000"/>
              </a:lnSpc>
            </a:pPr>
            <a:endParaRPr lang="en-US" sz="200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pic>
        <p:nvPicPr>
          <p:cNvPr id="90192" name="Picture 80" descr="IESE Business School">
            <a:extLst>
              <a:ext uri="{FF2B5EF4-FFF2-40B4-BE49-F238E27FC236}">
                <a16:creationId xmlns:a16="http://schemas.microsoft.com/office/drawing/2014/main" id="{383132B7-400B-D2D7-F80E-BC869E99B6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8400" y="1115750"/>
            <a:ext cx="2516450" cy="251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81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F68BAD3-1013-97C9-66E4-75359B1DF542}"/>
              </a:ext>
            </a:extLst>
          </p:cNvPr>
          <p:cNvGraphicFramePr>
            <a:graphicFrameLocks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7732124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01" imgH="500" progId="TCLayout.ActiveDocument.1">
                  <p:embed/>
                </p:oleObj>
              </mc:Choice>
              <mc:Fallback>
                <p:oleObj name="think-cell Slide" r:id="rId7" imgW="501" imgH="5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68BAD3-1013-97C9-66E4-75359B1DF5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F8BCD7-8E5E-F442-BC2B-0AF12B543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65" y="529044"/>
            <a:ext cx="10790527" cy="5969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err="1"/>
              <a:t>Title</a:t>
            </a:r>
            <a:r>
              <a:rPr lang="es-ES"/>
              <a:t> Arial 26pt </a:t>
            </a:r>
            <a:br>
              <a:rPr lang="es-ES"/>
            </a:br>
            <a:endParaRPr lang="en-US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D3CDBD42-E60B-0744-BC2E-FFBE50C01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8363" y="1157584"/>
            <a:ext cx="10790527" cy="6396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defTabSz="548640"/>
            <a:r>
              <a:rPr lang="es-ES" dirty="0" err="1">
                <a:solidFill>
                  <a:srgbClr val="141313"/>
                </a:solidFill>
              </a:rPr>
              <a:t>Subtitle</a:t>
            </a:r>
            <a:endParaRPr lang="en-US" dirty="0">
              <a:solidFill>
                <a:srgbClr val="141313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C67D05-73EC-7E48-AE60-12674D117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362" y="1976030"/>
            <a:ext cx="10790527" cy="4635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78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87" r:id="rId1"/>
    <p:sldLayoutId id="2147485186" r:id="rId2"/>
    <p:sldLayoutId id="2147485189" r:id="rId3"/>
    <p:sldLayoutId id="2147485188" r:id="rId4"/>
  </p:sldLayoutIdLst>
  <p:hf hdr="0" ftr="0" dt="0"/>
  <p:txStyles>
    <p:titleStyle>
      <a:lvl1pPr algn="l" defTabSz="548640" rtl="0" eaLnBrk="1" latinLnBrk="0" hangingPunct="1">
        <a:spcBef>
          <a:spcPct val="0"/>
        </a:spcBef>
        <a:buNone/>
        <a:defRPr sz="312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0" indent="0" algn="l" defTabSz="548640" rtl="0" eaLnBrk="1" latinLnBrk="0" hangingPunct="1">
        <a:spcBef>
          <a:spcPct val="20000"/>
        </a:spcBef>
        <a:buFont typeface="Arial"/>
        <a:buNone/>
        <a:defRPr sz="2160" b="1" i="1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548640" indent="0" algn="l" defTabSz="548640" rtl="0" eaLnBrk="1" latinLnBrk="0" hangingPunct="1">
        <a:spcBef>
          <a:spcPct val="20000"/>
        </a:spcBef>
        <a:buFont typeface="Arial"/>
        <a:buNone/>
        <a:defRPr sz="1920" i="1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097280" indent="0" algn="l" defTabSz="548640" rtl="0" eaLnBrk="1" latinLnBrk="0" hangingPunct="1">
        <a:spcBef>
          <a:spcPct val="20000"/>
        </a:spcBef>
        <a:buFont typeface="Arial"/>
        <a:buNone/>
        <a:defRPr sz="168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45920" indent="0" algn="l" defTabSz="548640" rtl="0" eaLnBrk="1" latinLnBrk="0" hangingPunct="1">
        <a:spcBef>
          <a:spcPct val="20000"/>
        </a:spcBef>
        <a:buFont typeface="Arial"/>
        <a:buNone/>
        <a:defRPr sz="1440" i="1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468880" indent="-274320" algn="l" defTabSz="54864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44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6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F7647-038F-A5E1-9211-AD93313A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D8E98DD-D6AD-5A37-8924-7057C8380D1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30215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0" progId="TCLayout.ActiveDocument.1">
                  <p:embed/>
                </p:oleObj>
              </mc:Choice>
              <mc:Fallback>
                <p:oleObj name="think-cell Slide" r:id="rId4" imgW="501" imgH="5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8E98DD-D6AD-5A37-8924-7057C8380D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9BC05E5-6053-45A2-2CA4-99CF4AFE0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65" y="529044"/>
            <a:ext cx="10790527" cy="596935"/>
          </a:xfrm>
        </p:spPr>
        <p:txBody>
          <a:bodyPr vert="horz" rIns="91440"/>
          <a:lstStyle/>
          <a:p>
            <a:r>
              <a:rPr lang="ja-JP" altLang="en-US" dirty="0"/>
              <a:t>サーチファンドとは：ビジネスの仕組み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3FF09AD-F21B-64B8-8459-8F5BE4AC09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8366" y="1186593"/>
            <a:ext cx="11340000" cy="329974"/>
          </a:xfrm>
        </p:spPr>
        <p:txBody>
          <a:bodyPr anchor="ctr">
            <a:noAutofit/>
          </a:bodyPr>
          <a:lstStyle/>
          <a:p>
            <a:r>
              <a:rPr lang="ja-JP" altLang="en-US" b="0" dirty="0"/>
              <a:t>投資家の支援を受けて、</a:t>
            </a:r>
            <a:r>
              <a:rPr lang="ja-JP" altLang="en-US" dirty="0"/>
              <a:t>サーチャー個人（吉川）が自ら</a:t>
            </a:r>
            <a:r>
              <a:rPr lang="ja-JP" altLang="en-US" b="0" dirty="0"/>
              <a:t>魅力ある</a:t>
            </a:r>
            <a:r>
              <a:rPr lang="ja-JP" altLang="en-US" dirty="0"/>
              <a:t>中小企業</a:t>
            </a:r>
            <a:r>
              <a:rPr lang="en-US" altLang="ja-JP" dirty="0"/>
              <a:t>1</a:t>
            </a:r>
            <a:r>
              <a:rPr lang="ja-JP" altLang="en-US" dirty="0"/>
              <a:t>社を事業承継によって買収し、</a:t>
            </a:r>
            <a:br>
              <a:rPr lang="en-US" altLang="ja-JP" dirty="0"/>
            </a:br>
            <a:r>
              <a:rPr lang="ja-JP" altLang="en-US" dirty="0"/>
              <a:t>成長させ、収益を挙げる</a:t>
            </a:r>
            <a:r>
              <a:rPr lang="ja-JP" altLang="en-US" b="0" dirty="0"/>
              <a:t>ことを目指します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91A9D2E-98F3-7145-503D-CEEA1407A6E2}"/>
              </a:ext>
            </a:extLst>
          </p:cNvPr>
          <p:cNvSpPr/>
          <p:nvPr/>
        </p:nvSpPr>
        <p:spPr>
          <a:xfrm>
            <a:off x="4219004" y="1989224"/>
            <a:ext cx="1652677" cy="634512"/>
          </a:xfrm>
          <a:prstGeom prst="rect">
            <a:avLst/>
          </a:prstGeom>
          <a:solidFill>
            <a:srgbClr val="C43529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kumimoji="1" lang="ja-JP" altLang="en-US" sz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投資家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68211F-F249-C67E-7774-9C2B7B21EEA4}"/>
              </a:ext>
            </a:extLst>
          </p:cNvPr>
          <p:cNvSpPr/>
          <p:nvPr/>
        </p:nvSpPr>
        <p:spPr>
          <a:xfrm>
            <a:off x="2365316" y="1994550"/>
            <a:ext cx="1652677" cy="634512"/>
          </a:xfrm>
          <a:prstGeom prst="rect">
            <a:avLst/>
          </a:prstGeom>
          <a:solidFill>
            <a:srgbClr val="C43529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kumimoji="1" lang="ja-JP" altLang="en-US" sz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経営者候補</a:t>
            </a:r>
            <a:br>
              <a:rPr kumimoji="1" lang="en-US" altLang="ja-JP" sz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（サーチャー）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98AC40-A27A-2FE2-3978-BE58DD618305}"/>
              </a:ext>
            </a:extLst>
          </p:cNvPr>
          <p:cNvSpPr/>
          <p:nvPr/>
        </p:nvSpPr>
        <p:spPr>
          <a:xfrm>
            <a:off x="511628" y="1989224"/>
            <a:ext cx="1652677" cy="634512"/>
          </a:xfrm>
          <a:prstGeom prst="rect">
            <a:avLst/>
          </a:prstGeom>
          <a:solidFill>
            <a:srgbClr val="C43529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kumimoji="1" lang="ja-JP" altLang="en-US" sz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後継者不足に悩む</a:t>
            </a:r>
            <a:br>
              <a:rPr kumimoji="1" lang="en-US" altLang="ja-JP" sz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企業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F7C8B9-39DD-5F01-2BBB-FD951BD0784A}"/>
              </a:ext>
            </a:extLst>
          </p:cNvPr>
          <p:cNvGrpSpPr/>
          <p:nvPr/>
        </p:nvGrpSpPr>
        <p:grpSpPr>
          <a:xfrm>
            <a:off x="758877" y="2680931"/>
            <a:ext cx="4737472" cy="1718188"/>
            <a:chOff x="758877" y="2706157"/>
            <a:chExt cx="4737472" cy="171818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28B40FD-ECCF-B72E-432D-478B7E16AC83}"/>
                </a:ext>
              </a:extLst>
            </p:cNvPr>
            <p:cNvGrpSpPr/>
            <p:nvPr/>
          </p:nvGrpSpPr>
          <p:grpSpPr>
            <a:xfrm>
              <a:off x="3794498" y="3053384"/>
              <a:ext cx="648000" cy="1023734"/>
              <a:chOff x="4617184" y="2938071"/>
              <a:chExt cx="910800" cy="1023734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A505328-13AF-03B6-05FE-906C5F64EE39}"/>
                  </a:ext>
                </a:extLst>
              </p:cNvPr>
              <p:cNvGrpSpPr/>
              <p:nvPr/>
            </p:nvGrpSpPr>
            <p:grpSpPr>
              <a:xfrm>
                <a:off x="4617184" y="2938071"/>
                <a:ext cx="910798" cy="434433"/>
                <a:chOff x="4617184" y="3436363"/>
                <a:chExt cx="910798" cy="434433"/>
              </a:xfrm>
            </p:grpSpPr>
            <p:sp>
              <p:nvSpPr>
                <p:cNvPr id="38" name="Arrow: Right 37">
                  <a:extLst>
                    <a:ext uri="{FF2B5EF4-FFF2-40B4-BE49-F238E27FC236}">
                      <a16:creationId xmlns:a16="http://schemas.microsoft.com/office/drawing/2014/main" id="{09814E7C-D9FF-6143-179A-7F63E0543950}"/>
                    </a:ext>
                  </a:extLst>
                </p:cNvPr>
                <p:cNvSpPr/>
                <p:nvPr/>
              </p:nvSpPr>
              <p:spPr>
                <a:xfrm>
                  <a:off x="4617185" y="3436363"/>
                  <a:ext cx="910797" cy="243116"/>
                </a:xfrm>
                <a:prstGeom prst="rightArrow">
                  <a:avLst/>
                </a:prstGeom>
                <a:solidFill>
                  <a:srgbClr val="FFCCCC"/>
                </a:solidFill>
                <a:ln w="3175" cmpd="sng">
                  <a:noFill/>
                </a:ln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endParaRPr kumimoji="1" lang="ja-JP" altLang="en-US" sz="1050" dirty="0">
                    <a:solidFill>
                      <a:schemeClr val="bg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49176CB9-EBDA-8EA8-4310-00E85B9EBDE4}"/>
                    </a:ext>
                  </a:extLst>
                </p:cNvPr>
                <p:cNvSpPr/>
                <p:nvPr/>
              </p:nvSpPr>
              <p:spPr>
                <a:xfrm>
                  <a:off x="4617184" y="3666241"/>
                  <a:ext cx="861235" cy="204555"/>
                </a:xfrm>
                <a:prstGeom prst="rect">
                  <a:avLst/>
                </a:prstGeom>
                <a:noFill/>
                <a:ln w="3175" cmpd="sng">
                  <a:noFill/>
                </a:ln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r>
                    <a:rPr kumimoji="1" lang="ja-JP" altLang="en-US" sz="1050" dirty="0">
                      <a:solidFill>
                        <a:schemeClr val="tx2"/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</a:rPr>
                    <a:t>経済的</a:t>
                  </a:r>
                  <a:br>
                    <a:rPr kumimoji="1" lang="en-US" altLang="ja-JP" sz="1050" dirty="0">
                      <a:solidFill>
                        <a:schemeClr val="tx2"/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</a:rPr>
                  </a:br>
                  <a:r>
                    <a:rPr kumimoji="1" lang="ja-JP" altLang="en-US" sz="1050" dirty="0">
                      <a:solidFill>
                        <a:schemeClr val="tx2"/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</a:rPr>
                    <a:t>リターン</a:t>
                  </a:r>
                </a:p>
              </p:txBody>
            </p:sp>
          </p:grpSp>
          <p:sp>
            <p:nvSpPr>
              <p:cNvPr id="39" name="Arrow: Right 38">
                <a:extLst>
                  <a:ext uri="{FF2B5EF4-FFF2-40B4-BE49-F238E27FC236}">
                    <a16:creationId xmlns:a16="http://schemas.microsoft.com/office/drawing/2014/main" id="{E21F5BA5-815B-291C-50D5-8682F61B7BBA}"/>
                  </a:ext>
                </a:extLst>
              </p:cNvPr>
              <p:cNvSpPr/>
              <p:nvPr/>
            </p:nvSpPr>
            <p:spPr>
              <a:xfrm rot="10800000">
                <a:off x="4617185" y="3565251"/>
                <a:ext cx="910797" cy="243116"/>
              </a:xfrm>
              <a:prstGeom prst="rightArrow">
                <a:avLst/>
              </a:prstGeom>
              <a:solidFill>
                <a:srgbClr val="FF6566"/>
              </a:solidFill>
              <a:ln w="3175" cmpd="sng">
                <a:noFill/>
              </a:ln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ct val="0"/>
                  </a:spcBef>
                </a:pPr>
                <a:endParaRPr kumimoji="1" lang="ja-JP" altLang="en-US" sz="105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B34FC5A-0A1D-5530-EC57-9C486026C788}"/>
                  </a:ext>
                </a:extLst>
              </p:cNvPr>
              <p:cNvSpPr/>
              <p:nvPr/>
            </p:nvSpPr>
            <p:spPr>
              <a:xfrm>
                <a:off x="4617185" y="3757250"/>
                <a:ext cx="910799" cy="204555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kumimoji="1" lang="ja-JP" altLang="en-US" sz="1050" dirty="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投資</a:t>
                </a:r>
                <a:r>
                  <a:rPr kumimoji="1" lang="en-US" altLang="ja-JP" sz="1050" dirty="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/</a:t>
                </a:r>
                <a:br>
                  <a:rPr kumimoji="1" lang="en-US" altLang="ja-JP" sz="1050" dirty="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</a:br>
                <a:r>
                  <a:rPr kumimoji="1" lang="ja-JP" altLang="en-US" sz="1050" dirty="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知見共有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2E94229-4714-4F17-54AB-456F173B2ABA}"/>
                </a:ext>
              </a:extLst>
            </p:cNvPr>
            <p:cNvGrpSpPr/>
            <p:nvPr/>
          </p:nvGrpSpPr>
          <p:grpSpPr>
            <a:xfrm>
              <a:off x="1940834" y="3053384"/>
              <a:ext cx="647954" cy="1023730"/>
              <a:chOff x="2273417" y="2938071"/>
              <a:chExt cx="910287" cy="1023730"/>
            </a:xfrm>
          </p:grpSpPr>
          <p:sp>
            <p:nvSpPr>
              <p:cNvPr id="45" name="Arrow: Right 44">
                <a:extLst>
                  <a:ext uri="{FF2B5EF4-FFF2-40B4-BE49-F238E27FC236}">
                    <a16:creationId xmlns:a16="http://schemas.microsoft.com/office/drawing/2014/main" id="{4A27EC41-27AC-CA04-C6C0-44A926DEE663}"/>
                  </a:ext>
                </a:extLst>
              </p:cNvPr>
              <p:cNvSpPr/>
              <p:nvPr/>
            </p:nvSpPr>
            <p:spPr>
              <a:xfrm>
                <a:off x="2273419" y="2938071"/>
                <a:ext cx="910284" cy="243116"/>
              </a:xfrm>
              <a:prstGeom prst="rightArrow">
                <a:avLst/>
              </a:prstGeom>
              <a:solidFill>
                <a:srgbClr val="FFCCCC"/>
              </a:solidFill>
              <a:ln w="3175" cmpd="sng"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ct val="0"/>
                  </a:spcBef>
                </a:pPr>
                <a:endParaRPr kumimoji="1" lang="ja-JP" altLang="en-US" sz="120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EDDE7B6-9DC5-01B0-269F-4BCA6642ACB4}"/>
                  </a:ext>
                </a:extLst>
              </p:cNvPr>
              <p:cNvSpPr/>
              <p:nvPr/>
            </p:nvSpPr>
            <p:spPr>
              <a:xfrm>
                <a:off x="2273417" y="3167949"/>
                <a:ext cx="860749" cy="204555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ct val="0"/>
                  </a:spcBef>
                  <a:buFont typeface="Arial"/>
                  <a:buNone/>
                </a:pPr>
                <a:r>
                  <a:rPr kumimoji="1" lang="ja-JP" altLang="en-US" sz="1050" dirty="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経営譲渡</a:t>
                </a:r>
                <a:endParaRPr kumimoji="1" lang="en-US" altLang="ja-JP" sz="1050" dirty="0">
                  <a:solidFill>
                    <a:schemeClr val="tx2"/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46" name="Arrow: Right 45">
                <a:extLst>
                  <a:ext uri="{FF2B5EF4-FFF2-40B4-BE49-F238E27FC236}">
                    <a16:creationId xmlns:a16="http://schemas.microsoft.com/office/drawing/2014/main" id="{99455373-4989-0BCA-B193-7CEAE9A88ED2}"/>
                  </a:ext>
                </a:extLst>
              </p:cNvPr>
              <p:cNvSpPr/>
              <p:nvPr/>
            </p:nvSpPr>
            <p:spPr>
              <a:xfrm rot="10800000">
                <a:off x="2273419" y="3565251"/>
                <a:ext cx="910284" cy="243116"/>
              </a:xfrm>
              <a:prstGeom prst="rightArrow">
                <a:avLst/>
              </a:prstGeom>
              <a:solidFill>
                <a:srgbClr val="FF6566"/>
              </a:solidFill>
              <a:ln w="3175" cmpd="sng"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ct val="0"/>
                  </a:spcBef>
                </a:pPr>
                <a:endParaRPr kumimoji="1" lang="ja-JP" altLang="en-US" sz="120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6E8C5F7-E599-79EA-279D-CFC0A0AAB1AA}"/>
                  </a:ext>
                </a:extLst>
              </p:cNvPr>
              <p:cNvSpPr/>
              <p:nvPr/>
            </p:nvSpPr>
            <p:spPr>
              <a:xfrm>
                <a:off x="2273418" y="3757246"/>
                <a:ext cx="910286" cy="204555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ct val="0"/>
                  </a:spcBef>
                  <a:buFont typeface="Arial"/>
                  <a:buNone/>
                </a:pPr>
                <a:r>
                  <a:rPr kumimoji="1" lang="ja-JP" altLang="en-US" sz="1050" dirty="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事業承継</a:t>
                </a:r>
                <a:r>
                  <a:rPr kumimoji="1" lang="en-US" altLang="ja-JP" sz="1050" dirty="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/</a:t>
                </a:r>
              </a:p>
              <a:p>
                <a:pPr algn="ctr">
                  <a:spcBef>
                    <a:spcPct val="0"/>
                  </a:spcBef>
                  <a:buFont typeface="Arial"/>
                  <a:buNone/>
                </a:pPr>
                <a:r>
                  <a:rPr kumimoji="1" lang="ja-JP" altLang="en-US" sz="1050" dirty="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長期的経営</a:t>
                </a:r>
                <a:endParaRPr kumimoji="1" lang="en-US" altLang="ja-JP" sz="1050" dirty="0">
                  <a:solidFill>
                    <a:schemeClr val="tx2"/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pic>
          <p:nvPicPr>
            <p:cNvPr id="50" name="Graphic 49" descr="Building with solid fill">
              <a:extLst>
                <a:ext uri="{FF2B5EF4-FFF2-40B4-BE49-F238E27FC236}">
                  <a16:creationId xmlns:a16="http://schemas.microsoft.com/office/drawing/2014/main" id="{EE20E312-0128-C875-649D-D5C66DF381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8877" y="3066179"/>
              <a:ext cx="1090326" cy="998140"/>
            </a:xfrm>
            <a:prstGeom prst="rect">
              <a:avLst/>
            </a:prstGeom>
          </p:spPr>
        </p:pic>
        <p:pic>
          <p:nvPicPr>
            <p:cNvPr id="68" name="Graphic 67" descr="Office worker male with solid fill">
              <a:extLst>
                <a:ext uri="{FF2B5EF4-FFF2-40B4-BE49-F238E27FC236}">
                  <a16:creationId xmlns:a16="http://schemas.microsoft.com/office/drawing/2014/main" id="{942DFBC5-A5C0-9D39-20CB-2715EFD4AC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40648" y="3066179"/>
              <a:ext cx="902013" cy="998140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31E20CC-BC0F-FC99-D161-4585B614330C}"/>
                </a:ext>
              </a:extLst>
            </p:cNvPr>
            <p:cNvSpPr/>
            <p:nvPr/>
          </p:nvSpPr>
          <p:spPr>
            <a:xfrm>
              <a:off x="4594336" y="3331970"/>
              <a:ext cx="902013" cy="180596"/>
            </a:xfrm>
            <a:prstGeom prst="rect">
              <a:avLst/>
            </a:prstGeom>
            <a:noFill/>
            <a:ln w="3175" cmpd="sng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ct val="0"/>
                </a:spcBef>
                <a:buFont typeface="Arial"/>
                <a:buNone/>
              </a:pPr>
              <a:r>
                <a:rPr kumimoji="1"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機関投資家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1C44A96-2EF5-707A-71C1-B53FC85C2DC8}"/>
                </a:ext>
              </a:extLst>
            </p:cNvPr>
            <p:cNvSpPr/>
            <p:nvPr/>
          </p:nvSpPr>
          <p:spPr>
            <a:xfrm>
              <a:off x="4596719" y="4243749"/>
              <a:ext cx="897246" cy="180596"/>
            </a:xfrm>
            <a:prstGeom prst="rect">
              <a:avLst/>
            </a:prstGeom>
            <a:noFill/>
            <a:ln w="3175" cmpd="sng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ct val="0"/>
                </a:spcBef>
                <a:buFont typeface="Arial"/>
                <a:buNone/>
              </a:pPr>
              <a:r>
                <a:rPr kumimoji="1"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個人投資家</a:t>
              </a:r>
            </a:p>
          </p:txBody>
        </p:sp>
        <p:pic>
          <p:nvPicPr>
            <p:cNvPr id="55" name="Graphic 54" descr="Bank with solid fill">
              <a:extLst>
                <a:ext uri="{FF2B5EF4-FFF2-40B4-BE49-F238E27FC236}">
                  <a16:creationId xmlns:a16="http://schemas.microsoft.com/office/drawing/2014/main" id="{039F7355-7B39-F0CD-EA6F-9182A3E05C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599104" y="2706157"/>
              <a:ext cx="892478" cy="647001"/>
            </a:xfrm>
            <a:prstGeom prst="rect">
              <a:avLst/>
            </a:prstGeom>
          </p:spPr>
        </p:pic>
        <p:pic>
          <p:nvPicPr>
            <p:cNvPr id="72" name="Graphic 71" descr="Users with solid fill">
              <a:extLst>
                <a:ext uri="{FF2B5EF4-FFF2-40B4-BE49-F238E27FC236}">
                  <a16:creationId xmlns:a16="http://schemas.microsoft.com/office/drawing/2014/main" id="{423B2A08-72A5-FDF6-05C8-594F84A975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48153" y="3508122"/>
              <a:ext cx="803910" cy="803248"/>
            </a:xfrm>
            <a:prstGeom prst="rect">
              <a:avLst/>
            </a:prstGeom>
          </p:spPr>
        </p:pic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FF81C447-03ED-BC63-7748-AB3C908A806A}"/>
              </a:ext>
            </a:extLst>
          </p:cNvPr>
          <p:cNvSpPr/>
          <p:nvPr/>
        </p:nvSpPr>
        <p:spPr>
          <a:xfrm>
            <a:off x="3962400" y="4489395"/>
            <a:ext cx="1489663" cy="759161"/>
          </a:xfrm>
          <a:prstGeom prst="ellipse">
            <a:avLst/>
          </a:prstGeom>
          <a:solidFill>
            <a:schemeClr val="bg1"/>
          </a:solidFill>
          <a:ln w="3175" cmpd="sng">
            <a:solidFill>
              <a:schemeClr val="accent6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  <a:buFont typeface="Arial"/>
              <a:buNone/>
            </a:pPr>
            <a:r>
              <a:rPr kumimoji="1"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上場企業経営者、</a:t>
            </a:r>
            <a:br>
              <a:rPr kumimoji="1"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投資会社、事業会社</a:t>
            </a:r>
            <a:r>
              <a:rPr kumimoji="1"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人材、法務、他</a:t>
            </a:r>
            <a:r>
              <a:rPr kumimoji="1"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kumimoji="1"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、等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53C53E-F4C9-44CD-0CCB-B4912B373C15}"/>
              </a:ext>
            </a:extLst>
          </p:cNvPr>
          <p:cNvCxnSpPr>
            <a:cxnSpLocks/>
            <a:stCxn id="3" idx="0"/>
            <a:endCxn id="49" idx="2"/>
          </p:cNvCxnSpPr>
          <p:nvPr/>
        </p:nvCxnSpPr>
        <p:spPr>
          <a:xfrm flipV="1">
            <a:off x="4707232" y="4399119"/>
            <a:ext cx="338110" cy="90276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993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39dcc26a-7131-49f4-a9eb-1c0521500c03"/>
  <p:tag name="EE4P_MASTERWIZARD_DRAFT" val="0"/>
  <p:tag name="EE4P_LANGUAGE_ID" val="1033"/>
  <p:tag name="EE4P_MASTERWIZARD_MARGINS" val="0"/>
  <p:tag name="THINKCELLUNDODONOTDELETE" val="0"/>
  <p:tag name="THINKCELLPRESENTATIONDONOTDELETE" val="&lt;?xml version=&quot;1.0&quot; encoding=&quot;UTF-16&quot; standalone=&quot;yes&quot;?&gt;&lt;root reqver=&quot;32687&quot;&gt;&lt;version val=&quot;38508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ESE_Plantilla_con_Ejemplos_2016_v4">
  <a:themeElements>
    <a:clrScheme name="Custom 4">
      <a:dk1>
        <a:srgbClr val="141313"/>
      </a:dk1>
      <a:lt1>
        <a:srgbClr val="FFFFFF"/>
      </a:lt1>
      <a:dk2>
        <a:srgbClr val="002060"/>
      </a:dk2>
      <a:lt2>
        <a:srgbClr val="0070C0"/>
      </a:lt2>
      <a:accent1>
        <a:srgbClr val="D3DCFF"/>
      </a:accent1>
      <a:accent2>
        <a:srgbClr val="CAEFFF"/>
      </a:accent2>
      <a:accent3>
        <a:srgbClr val="FFA800"/>
      </a:accent3>
      <a:accent4>
        <a:srgbClr val="141313"/>
      </a:accent4>
      <a:accent5>
        <a:srgbClr val="504C4C"/>
      </a:accent5>
      <a:accent6>
        <a:srgbClr val="C5C2C2"/>
      </a:accent6>
      <a:hlink>
        <a:srgbClr val="141313"/>
      </a:hlink>
      <a:folHlink>
        <a:srgbClr val="8C86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3175" cmpd="sng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ct val="0"/>
          </a:spcBef>
          <a:buFont typeface="Arial"/>
          <a:buNone/>
          <a:defRPr kumimoji="1" sz="1600" dirty="0" smtClean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spDef>
    <a:lnDef>
      <a:spPr>
        <a:ln w="12700">
          <a:solidFill>
            <a:srgbClr val="FF0000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BCG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E3558"/>
      </a:hlink>
      <a:folHlink>
        <a:srgbClr val="670F31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CG Colors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FC77E"/>
      </a:hlink>
      <a:folHlink>
        <a:srgbClr val="03522D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76ee0-b196-4eee-81dc-b20517a45410" xsi:nil="true"/>
    <_x6559__x6388__x540d_ xmlns="bebe00b0-6253-4163-a3a9-ff8e32f5841b" xsi:nil="true"/>
    <_x5e74__x5ea6_ xmlns="bebe00b0-6253-4163-a3a9-ff8e32f5841b" xsi:nil="true"/>
    <lcf76f155ced4ddcb4097134ff3c332f xmlns="bebe00b0-6253-4163-a3a9-ff8e32f5841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EEFCC4C5D294842B4865A42CBF97052" ma:contentTypeVersion="18" ma:contentTypeDescription="Crear nuevo documento." ma:contentTypeScope="" ma:versionID="fcbef2d4b9034842959c9110cd3ce088">
  <xsd:schema xmlns:xsd="http://www.w3.org/2001/XMLSchema" xmlns:xs="http://www.w3.org/2001/XMLSchema" xmlns:p="http://schemas.microsoft.com/office/2006/metadata/properties" xmlns:ns2="bebe00b0-6253-4163-a3a9-ff8e32f5841b" xmlns:ns3="52176ee0-b196-4eee-81dc-b20517a45410" targetNamespace="http://schemas.microsoft.com/office/2006/metadata/properties" ma:root="true" ma:fieldsID="deb9da76abf3a1b2a58a8e8b3619de96" ns2:_="" ns3:_="">
    <xsd:import namespace="bebe00b0-6253-4163-a3a9-ff8e32f5841b"/>
    <xsd:import namespace="52176ee0-b196-4eee-81dc-b20517a454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_x6559__x6388__x540d_" minOccurs="0"/>
                <xsd:element ref="ns2:_x5e74__x5ea6_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e00b0-6253-4163-a3a9-ff8e32f584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_x6559__x6388__x540d_" ma:index="12" nillable="true" ma:displayName="教授名" ma:format="Dropdown" ma:internalName="_x6559__x6388__x540d_">
      <xsd:simpleType>
        <xsd:restriction base="dms:Text">
          <xsd:maxLength value="255"/>
        </xsd:restriction>
      </xsd:simpleType>
    </xsd:element>
    <xsd:element name="_x5e74__x5ea6_" ma:index="13" nillable="true" ma:displayName="年度" ma:format="Dropdown" ma:internalName="_x5e74__x5ea6_" ma:percentage="FALSE">
      <xsd:simpleType>
        <xsd:restriction base="dms:Number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995b1776-83c0-496f-817f-7f0c8a4834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76ee0-b196-4eee-81dc-b20517a45410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7f0b3c7-2575-4c3c-8e3e-5eebaf8ffae1}" ma:internalName="TaxCatchAll" ma:showField="CatchAllData" ma:web="52176ee0-b196-4eee-81dc-b20517a454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5871EA-75A5-49D4-880D-C439ABCEF157}">
  <ds:schemaRefs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52176ee0-b196-4eee-81dc-b20517a45410"/>
    <ds:schemaRef ds:uri="bebe00b0-6253-4163-a3a9-ff8e32f5841b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C050FE0-3207-4701-8149-AB9A3A5804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be00b0-6253-4163-a3a9-ff8e32f5841b"/>
    <ds:schemaRef ds:uri="52176ee0-b196-4eee-81dc-b20517a454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273376A-1569-4A1E-9453-558A6DBEF2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6773</TotalTime>
  <Words>99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10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  <vt:variant>
        <vt:lpstr>Custom Shows</vt:lpstr>
      </vt:variant>
      <vt:variant>
        <vt:i4>1</vt:i4>
      </vt:variant>
    </vt:vector>
  </HeadingPairs>
  <TitlesOfParts>
    <vt:vector size="8" baseType="lpstr">
      <vt:lpstr>Meiryo UI</vt:lpstr>
      <vt:lpstr>Arial</vt:lpstr>
      <vt:lpstr>Trebuchet MS</vt:lpstr>
      <vt:lpstr>Wingdings</vt:lpstr>
      <vt:lpstr>IESE_Plantilla_con_Ejemplos_2016_v4</vt:lpstr>
      <vt:lpstr>think-cell Slide</vt:lpstr>
      <vt:lpstr>サーチファンドとは：ビジネスの仕組み</vt:lpstr>
      <vt:lpstr>Format Guide Workshop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Yoshikawa, Kazuaki</dc:creator>
  <cp:lastModifiedBy>Yoshikawa, Kazuaki</cp:lastModifiedBy>
  <cp:revision>10</cp:revision>
  <cp:lastPrinted>2026-07-21T00:00:27Z</cp:lastPrinted>
  <dcterms:created xsi:type="dcterms:W3CDTF">2025-07-13T15:36:30Z</dcterms:created>
  <dcterms:modified xsi:type="dcterms:W3CDTF">2026-08-07T10:40:54Z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 Name">
    <vt:lpwstr>Grid Format</vt:lpwstr>
  </property>
  <property fmtid="{D5CDD505-2E9C-101B-9397-08002B2CF9AE}" pid="3" name="NXPowerLiteLastOptimized">
    <vt:lpwstr>488649</vt:lpwstr>
  </property>
  <property fmtid="{D5CDD505-2E9C-101B-9397-08002B2CF9AE}" pid="4" name="NXPowerLiteSettings">
    <vt:lpwstr>87000AA0054001</vt:lpwstr>
  </property>
  <property fmtid="{D5CDD505-2E9C-101B-9397-08002B2CF9AE}" pid="5" name="NXPowerLiteVersion">
    <vt:lpwstr>D7.1.8</vt:lpwstr>
  </property>
  <property fmtid="{D5CDD505-2E9C-101B-9397-08002B2CF9AE}" pid="6" name="Template Name">
    <vt:lpwstr>16x9</vt:lpwstr>
  </property>
  <property fmtid="{D5CDD505-2E9C-101B-9397-08002B2CF9AE}" pid="7" name="MSIP_Label_b0d5c4f4-7a29-4385-b7a5-afbe2154ae6f_Enabled">
    <vt:lpwstr>true</vt:lpwstr>
  </property>
  <property fmtid="{D5CDD505-2E9C-101B-9397-08002B2CF9AE}" pid="8" name="MSIP_Label_b0d5c4f4-7a29-4385-b7a5-afbe2154ae6f_SetDate">
    <vt:lpwstr>2025-07-13T15:58:07Z</vt:lpwstr>
  </property>
  <property fmtid="{D5CDD505-2E9C-101B-9397-08002B2CF9AE}" pid="9" name="MSIP_Label_b0d5c4f4-7a29-4385-b7a5-afbe2154ae6f_Method">
    <vt:lpwstr>Standard</vt:lpwstr>
  </property>
  <property fmtid="{D5CDD505-2E9C-101B-9397-08002B2CF9AE}" pid="10" name="MSIP_Label_b0d5c4f4-7a29-4385-b7a5-afbe2154ae6f_Name">
    <vt:lpwstr>Confidential</vt:lpwstr>
  </property>
  <property fmtid="{D5CDD505-2E9C-101B-9397-08002B2CF9AE}" pid="11" name="MSIP_Label_b0d5c4f4-7a29-4385-b7a5-afbe2154ae6f_SiteId">
    <vt:lpwstr>2dfb2f0b-4d21-4268-9559-72926144c918</vt:lpwstr>
  </property>
  <property fmtid="{D5CDD505-2E9C-101B-9397-08002B2CF9AE}" pid="12" name="MSIP_Label_b0d5c4f4-7a29-4385-b7a5-afbe2154ae6f_ActionId">
    <vt:lpwstr>76303292-ab02-4fba-91f8-8647aff2b1d1</vt:lpwstr>
  </property>
  <property fmtid="{D5CDD505-2E9C-101B-9397-08002B2CF9AE}" pid="13" name="MSIP_Label_b0d5c4f4-7a29-4385-b7a5-afbe2154ae6f_ContentBits">
    <vt:lpwstr>0</vt:lpwstr>
  </property>
  <property fmtid="{D5CDD505-2E9C-101B-9397-08002B2CF9AE}" pid="14" name="MSIP_Label_b0d5c4f4-7a29-4385-b7a5-afbe2154ae6f_Tag">
    <vt:lpwstr>10, 3, 0, 1</vt:lpwstr>
  </property>
  <property fmtid="{D5CDD505-2E9C-101B-9397-08002B2CF9AE}" pid="15" name="ContentTypeId">
    <vt:lpwstr>0x010100BEEFCC4C5D294842B4865A42CBF97052</vt:lpwstr>
  </property>
  <property fmtid="{D5CDD505-2E9C-101B-9397-08002B2CF9AE}" pid="16" name="MediaServiceImageTags">
    <vt:lpwstr/>
  </property>
</Properties>
</file>